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25798" y="712409"/>
            <a:ext cx="1726564" cy="2188845"/>
          </a:xfrm>
          <a:custGeom>
            <a:avLst/>
            <a:gdLst/>
            <a:ahLst/>
            <a:cxnLst/>
            <a:rect l="l" t="t" r="r" b="b"/>
            <a:pathLst>
              <a:path w="1726564" h="2188845">
                <a:moveTo>
                  <a:pt x="55933" y="1694928"/>
                </a:moveTo>
                <a:lnTo>
                  <a:pt x="31936" y="1702673"/>
                </a:lnTo>
                <a:lnTo>
                  <a:pt x="13416" y="1718471"/>
                </a:lnTo>
                <a:lnTo>
                  <a:pt x="2170" y="1740062"/>
                </a:lnTo>
                <a:lnTo>
                  <a:pt x="0" y="1765184"/>
                </a:lnTo>
                <a:lnTo>
                  <a:pt x="599" y="1770463"/>
                </a:lnTo>
                <a:lnTo>
                  <a:pt x="13142" y="1846793"/>
                </a:lnTo>
                <a:lnTo>
                  <a:pt x="29613" y="1922955"/>
                </a:lnTo>
                <a:lnTo>
                  <a:pt x="50064" y="1998816"/>
                </a:lnTo>
                <a:lnTo>
                  <a:pt x="74542" y="2074242"/>
                </a:lnTo>
                <a:lnTo>
                  <a:pt x="102524" y="2147596"/>
                </a:lnTo>
                <a:lnTo>
                  <a:pt x="135905" y="2182920"/>
                </a:lnTo>
                <a:lnTo>
                  <a:pt x="159614" y="2188441"/>
                </a:lnTo>
                <a:lnTo>
                  <a:pt x="184486" y="2184294"/>
                </a:lnTo>
                <a:lnTo>
                  <a:pt x="205801" y="2170822"/>
                </a:lnTo>
                <a:lnTo>
                  <a:pt x="219810" y="2150914"/>
                </a:lnTo>
                <a:lnTo>
                  <a:pt x="225331" y="2127205"/>
                </a:lnTo>
                <a:lnTo>
                  <a:pt x="221184" y="2102332"/>
                </a:lnTo>
                <a:lnTo>
                  <a:pt x="193775" y="2030479"/>
                </a:lnTo>
                <a:lnTo>
                  <a:pt x="183584" y="1998816"/>
                </a:lnTo>
                <a:lnTo>
                  <a:pt x="171356" y="1961137"/>
                </a:lnTo>
                <a:lnTo>
                  <a:pt x="161147" y="1922955"/>
                </a:lnTo>
                <a:lnTo>
                  <a:pt x="152652" y="1891442"/>
                </a:lnTo>
                <a:lnTo>
                  <a:pt x="143078" y="1846793"/>
                </a:lnTo>
                <a:lnTo>
                  <a:pt x="137609" y="1821502"/>
                </a:lnTo>
                <a:lnTo>
                  <a:pt x="129302" y="1770463"/>
                </a:lnTo>
                <a:lnTo>
                  <a:pt x="126175" y="1751431"/>
                </a:lnTo>
                <a:lnTo>
                  <a:pt x="126189" y="1750861"/>
                </a:lnTo>
                <a:lnTo>
                  <a:pt x="118443" y="1726864"/>
                </a:lnTo>
                <a:lnTo>
                  <a:pt x="102645" y="1708344"/>
                </a:lnTo>
                <a:lnTo>
                  <a:pt x="81055" y="1697098"/>
                </a:lnTo>
                <a:lnTo>
                  <a:pt x="55933" y="1694928"/>
                </a:lnTo>
                <a:close/>
              </a:path>
              <a:path w="1726564" h="2188845">
                <a:moveTo>
                  <a:pt x="209991" y="830459"/>
                </a:moveTo>
                <a:lnTo>
                  <a:pt x="164599" y="845408"/>
                </a:lnTo>
                <a:lnTo>
                  <a:pt x="137102" y="888831"/>
                </a:lnTo>
                <a:lnTo>
                  <a:pt x="106667" y="957068"/>
                </a:lnTo>
                <a:lnTo>
                  <a:pt x="79520" y="1026676"/>
                </a:lnTo>
                <a:lnTo>
                  <a:pt x="55714" y="1097534"/>
                </a:lnTo>
                <a:lnTo>
                  <a:pt x="35300" y="1169512"/>
                </a:lnTo>
                <a:lnTo>
                  <a:pt x="19282" y="1238407"/>
                </a:lnTo>
                <a:lnTo>
                  <a:pt x="18545" y="1263612"/>
                </a:lnTo>
                <a:lnTo>
                  <a:pt x="27230" y="1286353"/>
                </a:lnTo>
                <a:lnTo>
                  <a:pt x="43808" y="1304179"/>
                </a:lnTo>
                <a:lnTo>
                  <a:pt x="66752" y="1314637"/>
                </a:lnTo>
                <a:lnTo>
                  <a:pt x="91957" y="1315374"/>
                </a:lnTo>
                <a:lnTo>
                  <a:pt x="114699" y="1306690"/>
                </a:lnTo>
                <a:lnTo>
                  <a:pt x="132525" y="1290112"/>
                </a:lnTo>
                <a:lnTo>
                  <a:pt x="142983" y="1267167"/>
                </a:lnTo>
                <a:lnTo>
                  <a:pt x="158657" y="1199753"/>
                </a:lnTo>
                <a:lnTo>
                  <a:pt x="167309" y="1169512"/>
                </a:lnTo>
                <a:lnTo>
                  <a:pt x="177481" y="1133645"/>
                </a:lnTo>
                <a:lnTo>
                  <a:pt x="189690" y="1097534"/>
                </a:lnTo>
                <a:lnTo>
                  <a:pt x="199424" y="1068561"/>
                </a:lnTo>
                <a:lnTo>
                  <a:pt x="215836" y="1026676"/>
                </a:lnTo>
                <a:lnTo>
                  <a:pt x="224437" y="1004622"/>
                </a:lnTo>
                <a:lnTo>
                  <a:pt x="252471" y="941947"/>
                </a:lnTo>
                <a:lnTo>
                  <a:pt x="262397" y="922432"/>
                </a:lnTo>
                <a:lnTo>
                  <a:pt x="269075" y="898117"/>
                </a:lnTo>
                <a:lnTo>
                  <a:pt x="266017" y="873967"/>
                </a:lnTo>
                <a:lnTo>
                  <a:pt x="254126" y="852726"/>
                </a:lnTo>
                <a:lnTo>
                  <a:pt x="234306" y="837137"/>
                </a:lnTo>
                <a:lnTo>
                  <a:pt x="209991" y="830459"/>
                </a:lnTo>
                <a:close/>
              </a:path>
              <a:path w="1726564" h="2188845">
                <a:moveTo>
                  <a:pt x="800212" y="194704"/>
                </a:moveTo>
                <a:lnTo>
                  <a:pt x="739571" y="223373"/>
                </a:lnTo>
                <a:lnTo>
                  <a:pt x="673818" y="265188"/>
                </a:lnTo>
                <a:lnTo>
                  <a:pt x="610707" y="309914"/>
                </a:lnTo>
                <a:lnTo>
                  <a:pt x="550295" y="357422"/>
                </a:lnTo>
                <a:lnTo>
                  <a:pt x="492639" y="407582"/>
                </a:lnTo>
                <a:lnTo>
                  <a:pt x="459391" y="439517"/>
                </a:lnTo>
                <a:lnTo>
                  <a:pt x="439892" y="484036"/>
                </a:lnTo>
                <a:lnTo>
                  <a:pt x="444060" y="508019"/>
                </a:lnTo>
                <a:lnTo>
                  <a:pt x="457584" y="529302"/>
                </a:lnTo>
                <a:lnTo>
                  <a:pt x="478305" y="543671"/>
                </a:lnTo>
                <a:lnTo>
                  <a:pt x="502102" y="548801"/>
                </a:lnTo>
                <a:lnTo>
                  <a:pt x="526086" y="544632"/>
                </a:lnTo>
                <a:lnTo>
                  <a:pt x="547368" y="531108"/>
                </a:lnTo>
                <a:lnTo>
                  <a:pt x="579487" y="500258"/>
                </a:lnTo>
                <a:lnTo>
                  <a:pt x="632464" y="454271"/>
                </a:lnTo>
                <a:lnTo>
                  <a:pt x="685560" y="412616"/>
                </a:lnTo>
                <a:lnTo>
                  <a:pt x="685431" y="412616"/>
                </a:lnTo>
                <a:lnTo>
                  <a:pt x="686729" y="411696"/>
                </a:lnTo>
                <a:lnTo>
                  <a:pt x="687968" y="410723"/>
                </a:lnTo>
                <a:lnTo>
                  <a:pt x="688103" y="410723"/>
                </a:lnTo>
                <a:lnTo>
                  <a:pt x="743450" y="371500"/>
                </a:lnTo>
                <a:lnTo>
                  <a:pt x="743312" y="371500"/>
                </a:lnTo>
                <a:lnTo>
                  <a:pt x="744657" y="370645"/>
                </a:lnTo>
                <a:lnTo>
                  <a:pt x="745953" y="369726"/>
                </a:lnTo>
                <a:lnTo>
                  <a:pt x="746102" y="369726"/>
                </a:lnTo>
                <a:lnTo>
                  <a:pt x="803785" y="333043"/>
                </a:lnTo>
                <a:lnTo>
                  <a:pt x="803635" y="333043"/>
                </a:lnTo>
                <a:lnTo>
                  <a:pt x="805026" y="332254"/>
                </a:lnTo>
                <a:lnTo>
                  <a:pt x="806373" y="331397"/>
                </a:lnTo>
                <a:lnTo>
                  <a:pt x="806536" y="331397"/>
                </a:lnTo>
                <a:lnTo>
                  <a:pt x="838925" y="313020"/>
                </a:lnTo>
                <a:lnTo>
                  <a:pt x="857960" y="296482"/>
                </a:lnTo>
                <a:lnTo>
                  <a:pt x="868800" y="274685"/>
                </a:lnTo>
                <a:lnTo>
                  <a:pt x="870675" y="250414"/>
                </a:lnTo>
                <a:lnTo>
                  <a:pt x="862817" y="226453"/>
                </a:lnTo>
                <a:lnTo>
                  <a:pt x="846280" y="207418"/>
                </a:lnTo>
                <a:lnTo>
                  <a:pt x="824483" y="196579"/>
                </a:lnTo>
                <a:lnTo>
                  <a:pt x="800212" y="194704"/>
                </a:lnTo>
                <a:close/>
              </a:path>
              <a:path w="1726564" h="2188845">
                <a:moveTo>
                  <a:pt x="686729" y="411696"/>
                </a:moveTo>
                <a:lnTo>
                  <a:pt x="685431" y="412616"/>
                </a:lnTo>
                <a:lnTo>
                  <a:pt x="685560" y="412616"/>
                </a:lnTo>
                <a:lnTo>
                  <a:pt x="686729" y="411696"/>
                </a:lnTo>
                <a:close/>
              </a:path>
              <a:path w="1726564" h="2188845">
                <a:moveTo>
                  <a:pt x="688103" y="410723"/>
                </a:moveTo>
                <a:lnTo>
                  <a:pt x="687968" y="410723"/>
                </a:lnTo>
                <a:lnTo>
                  <a:pt x="686729" y="411696"/>
                </a:lnTo>
                <a:lnTo>
                  <a:pt x="688103" y="410723"/>
                </a:lnTo>
                <a:close/>
              </a:path>
              <a:path w="1726564" h="2188845">
                <a:moveTo>
                  <a:pt x="744657" y="370645"/>
                </a:moveTo>
                <a:lnTo>
                  <a:pt x="743312" y="371500"/>
                </a:lnTo>
                <a:lnTo>
                  <a:pt x="743450" y="371500"/>
                </a:lnTo>
                <a:lnTo>
                  <a:pt x="744657" y="370645"/>
                </a:lnTo>
                <a:close/>
              </a:path>
              <a:path w="1726564" h="2188845">
                <a:moveTo>
                  <a:pt x="746102" y="369726"/>
                </a:moveTo>
                <a:lnTo>
                  <a:pt x="745953" y="369726"/>
                </a:lnTo>
                <a:lnTo>
                  <a:pt x="744657" y="370645"/>
                </a:lnTo>
                <a:lnTo>
                  <a:pt x="746102" y="369726"/>
                </a:lnTo>
                <a:close/>
              </a:path>
              <a:path w="1726564" h="2188845">
                <a:moveTo>
                  <a:pt x="805026" y="332254"/>
                </a:moveTo>
                <a:lnTo>
                  <a:pt x="803635" y="333043"/>
                </a:lnTo>
                <a:lnTo>
                  <a:pt x="803785" y="333043"/>
                </a:lnTo>
                <a:lnTo>
                  <a:pt x="805026" y="332254"/>
                </a:lnTo>
                <a:close/>
              </a:path>
              <a:path w="1726564" h="2188845">
                <a:moveTo>
                  <a:pt x="806536" y="331397"/>
                </a:moveTo>
                <a:lnTo>
                  <a:pt x="806373" y="331397"/>
                </a:lnTo>
                <a:lnTo>
                  <a:pt x="805026" y="332254"/>
                </a:lnTo>
                <a:lnTo>
                  <a:pt x="806536" y="331397"/>
                </a:lnTo>
                <a:close/>
              </a:path>
              <a:path w="1726564" h="2188845">
                <a:moveTo>
                  <a:pt x="1529199" y="0"/>
                </a:moveTo>
                <a:lnTo>
                  <a:pt x="1479876" y="1243"/>
                </a:lnTo>
                <a:lnTo>
                  <a:pt x="1430655" y="4047"/>
                </a:lnTo>
                <a:lnTo>
                  <a:pt x="1381570" y="8403"/>
                </a:lnTo>
                <a:lnTo>
                  <a:pt x="1332660" y="14309"/>
                </a:lnTo>
                <a:lnTo>
                  <a:pt x="1283962" y="21758"/>
                </a:lnTo>
                <a:lnTo>
                  <a:pt x="1230846" y="50527"/>
                </a:lnTo>
                <a:lnTo>
                  <a:pt x="1220765" y="97048"/>
                </a:lnTo>
                <a:lnTo>
                  <a:pt x="1220749" y="98068"/>
                </a:lnTo>
                <a:lnTo>
                  <a:pt x="1230164" y="121460"/>
                </a:lnTo>
                <a:lnTo>
                  <a:pt x="1247226" y="138823"/>
                </a:lnTo>
                <a:lnTo>
                  <a:pt x="1269553" y="148522"/>
                </a:lnTo>
                <a:lnTo>
                  <a:pt x="1294766" y="148921"/>
                </a:lnTo>
                <a:lnTo>
                  <a:pt x="1304337" y="147146"/>
                </a:lnTo>
                <a:lnTo>
                  <a:pt x="1304158" y="147146"/>
                </a:lnTo>
                <a:lnTo>
                  <a:pt x="1305180" y="146989"/>
                </a:lnTo>
                <a:lnTo>
                  <a:pt x="1306137" y="146812"/>
                </a:lnTo>
                <a:lnTo>
                  <a:pt x="1306341" y="146812"/>
                </a:lnTo>
                <a:lnTo>
                  <a:pt x="1349094" y="140272"/>
                </a:lnTo>
                <a:lnTo>
                  <a:pt x="1348881" y="140272"/>
                </a:lnTo>
                <a:lnTo>
                  <a:pt x="1350871" y="140000"/>
                </a:lnTo>
                <a:lnTo>
                  <a:pt x="1351132" y="140000"/>
                </a:lnTo>
                <a:lnTo>
                  <a:pt x="1394072" y="134816"/>
                </a:lnTo>
                <a:lnTo>
                  <a:pt x="1393799" y="134816"/>
                </a:lnTo>
                <a:lnTo>
                  <a:pt x="1439236" y="130784"/>
                </a:lnTo>
                <a:lnTo>
                  <a:pt x="1438878" y="130784"/>
                </a:lnTo>
                <a:lnTo>
                  <a:pt x="1484643" y="128178"/>
                </a:lnTo>
                <a:lnTo>
                  <a:pt x="1484082" y="128178"/>
                </a:lnTo>
                <a:lnTo>
                  <a:pt x="1530421" y="127010"/>
                </a:lnTo>
                <a:lnTo>
                  <a:pt x="1685664" y="127010"/>
                </a:lnTo>
                <a:lnTo>
                  <a:pt x="1704351" y="116231"/>
                </a:lnTo>
                <a:lnTo>
                  <a:pt x="1719337" y="97048"/>
                </a:lnTo>
                <a:lnTo>
                  <a:pt x="1726012" y="72855"/>
                </a:lnTo>
                <a:lnTo>
                  <a:pt x="1722795" y="47734"/>
                </a:lnTo>
                <a:lnTo>
                  <a:pt x="1691449" y="11661"/>
                </a:lnTo>
                <a:lnTo>
                  <a:pt x="1627997" y="2209"/>
                </a:lnTo>
                <a:lnTo>
                  <a:pt x="1578584" y="321"/>
                </a:lnTo>
                <a:lnTo>
                  <a:pt x="1529199" y="0"/>
                </a:lnTo>
                <a:close/>
              </a:path>
              <a:path w="1726564" h="2188845">
                <a:moveTo>
                  <a:pt x="1305180" y="146989"/>
                </a:moveTo>
                <a:lnTo>
                  <a:pt x="1304158" y="147146"/>
                </a:lnTo>
                <a:lnTo>
                  <a:pt x="1304337" y="147146"/>
                </a:lnTo>
                <a:lnTo>
                  <a:pt x="1305180" y="146989"/>
                </a:lnTo>
                <a:close/>
              </a:path>
              <a:path w="1726564" h="2188845">
                <a:moveTo>
                  <a:pt x="1306341" y="146812"/>
                </a:moveTo>
                <a:lnTo>
                  <a:pt x="1306137" y="146812"/>
                </a:lnTo>
                <a:lnTo>
                  <a:pt x="1305180" y="146989"/>
                </a:lnTo>
                <a:lnTo>
                  <a:pt x="1306341" y="146812"/>
                </a:lnTo>
                <a:close/>
              </a:path>
              <a:path w="1726564" h="2188845">
                <a:moveTo>
                  <a:pt x="1350871" y="140000"/>
                </a:moveTo>
                <a:lnTo>
                  <a:pt x="1348881" y="140272"/>
                </a:lnTo>
                <a:lnTo>
                  <a:pt x="1349094" y="140272"/>
                </a:lnTo>
                <a:lnTo>
                  <a:pt x="1350871" y="140000"/>
                </a:lnTo>
                <a:close/>
              </a:path>
              <a:path w="1726564" h="2188845">
                <a:moveTo>
                  <a:pt x="1351132" y="140000"/>
                </a:moveTo>
                <a:lnTo>
                  <a:pt x="1350871" y="140000"/>
                </a:lnTo>
                <a:lnTo>
                  <a:pt x="1349094" y="140272"/>
                </a:lnTo>
                <a:lnTo>
                  <a:pt x="1348881" y="140272"/>
                </a:lnTo>
                <a:lnTo>
                  <a:pt x="1351132" y="140000"/>
                </a:lnTo>
                <a:close/>
              </a:path>
              <a:path w="1726564" h="2188845">
                <a:moveTo>
                  <a:pt x="1685664" y="127010"/>
                </a:moveTo>
                <a:lnTo>
                  <a:pt x="1530421" y="127010"/>
                </a:lnTo>
                <a:lnTo>
                  <a:pt x="1576753" y="127311"/>
                </a:lnTo>
                <a:lnTo>
                  <a:pt x="1575901" y="127311"/>
                </a:lnTo>
                <a:lnTo>
                  <a:pt x="1622136" y="129078"/>
                </a:lnTo>
                <a:lnTo>
                  <a:pt x="1621678" y="129078"/>
                </a:lnTo>
                <a:lnTo>
                  <a:pt x="1658259" y="131644"/>
                </a:lnTo>
                <a:lnTo>
                  <a:pt x="1683264" y="128394"/>
                </a:lnTo>
                <a:lnTo>
                  <a:pt x="1685664" y="12701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117" y="535790"/>
            <a:ext cx="2555645" cy="259621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34454" y="827745"/>
            <a:ext cx="2613375" cy="201229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40485" y="457200"/>
            <a:ext cx="2588183" cy="275338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51625" y="457200"/>
            <a:ext cx="1769051" cy="275338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6145909" y="3474720"/>
            <a:ext cx="6046470" cy="3383279"/>
          </a:xfrm>
          <a:custGeom>
            <a:avLst/>
            <a:gdLst/>
            <a:ahLst/>
            <a:cxnLst/>
            <a:rect l="l" t="t" r="r" b="b"/>
            <a:pathLst>
              <a:path w="6046470" h="3383279">
                <a:moveTo>
                  <a:pt x="6046090" y="0"/>
                </a:moveTo>
                <a:lnTo>
                  <a:pt x="0" y="0"/>
                </a:lnTo>
                <a:lnTo>
                  <a:pt x="0" y="3383280"/>
                </a:lnTo>
                <a:lnTo>
                  <a:pt x="6046090" y="3383280"/>
                </a:lnTo>
                <a:lnTo>
                  <a:pt x="6046090" y="0"/>
                </a:lnTo>
                <a:close/>
              </a:path>
            </a:pathLst>
          </a:custGeom>
          <a:solidFill>
            <a:srgbClr val="8844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3938" y="619251"/>
            <a:ext cx="3388995" cy="1183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04896" y="1958848"/>
            <a:ext cx="5641975" cy="3390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67415" y="6428920"/>
            <a:ext cx="24447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1558" y="2736596"/>
            <a:ext cx="359219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>
                <a:solidFill>
                  <a:srgbClr val="FFFFFF"/>
                </a:solidFill>
              </a:rPr>
              <a:t>Alien</a:t>
            </a:r>
            <a:r>
              <a:rPr dirty="0" sz="6000" spc="-20">
                <a:solidFill>
                  <a:srgbClr val="FFFFFF"/>
                </a:solidFill>
              </a:rPr>
              <a:t> </a:t>
            </a:r>
            <a:r>
              <a:rPr dirty="0" sz="6000" spc="-10">
                <a:solidFill>
                  <a:srgbClr val="FFFFFF"/>
                </a:solidFill>
              </a:rPr>
              <a:t>minds</a:t>
            </a:r>
            <a:endParaRPr sz="6000"/>
          </a:p>
        </p:txBody>
      </p:sp>
      <p:grpSp>
        <p:nvGrpSpPr>
          <p:cNvPr id="3" name="object 3" descr=""/>
          <p:cNvGrpSpPr/>
          <p:nvPr/>
        </p:nvGrpSpPr>
        <p:grpSpPr>
          <a:xfrm>
            <a:off x="6520858" y="802229"/>
            <a:ext cx="5137785" cy="5130800"/>
            <a:chOff x="6520858" y="802229"/>
            <a:chExt cx="5137785" cy="5130800"/>
          </a:xfrm>
        </p:grpSpPr>
        <p:sp>
          <p:nvSpPr>
            <p:cNvPr id="4" name="object 4" descr=""/>
            <p:cNvSpPr/>
            <p:nvPr/>
          </p:nvSpPr>
          <p:spPr>
            <a:xfrm>
              <a:off x="10349801" y="832685"/>
              <a:ext cx="1105535" cy="1075055"/>
            </a:xfrm>
            <a:custGeom>
              <a:avLst/>
              <a:gdLst/>
              <a:ahLst/>
              <a:cxnLst/>
              <a:rect l="l" t="t" r="r" b="b"/>
              <a:pathLst>
                <a:path w="1105534" h="1075055">
                  <a:moveTo>
                    <a:pt x="552471" y="0"/>
                  </a:moveTo>
                  <a:lnTo>
                    <a:pt x="504802" y="1972"/>
                  </a:lnTo>
                  <a:lnTo>
                    <a:pt x="458258" y="7784"/>
                  </a:lnTo>
                  <a:lnTo>
                    <a:pt x="413007" y="17272"/>
                  </a:lnTo>
                  <a:lnTo>
                    <a:pt x="369213" y="30275"/>
                  </a:lnTo>
                  <a:lnTo>
                    <a:pt x="327043" y="46633"/>
                  </a:lnTo>
                  <a:lnTo>
                    <a:pt x="286662" y="66184"/>
                  </a:lnTo>
                  <a:lnTo>
                    <a:pt x="248237" y="88766"/>
                  </a:lnTo>
                  <a:lnTo>
                    <a:pt x="211932" y="114218"/>
                  </a:lnTo>
                  <a:lnTo>
                    <a:pt x="177914" y="142379"/>
                  </a:lnTo>
                  <a:lnTo>
                    <a:pt x="146349" y="173088"/>
                  </a:lnTo>
                  <a:lnTo>
                    <a:pt x="117403" y="206183"/>
                  </a:lnTo>
                  <a:lnTo>
                    <a:pt x="91241" y="241503"/>
                  </a:lnTo>
                  <a:lnTo>
                    <a:pt x="68029" y="278886"/>
                  </a:lnTo>
                  <a:lnTo>
                    <a:pt x="47933" y="318171"/>
                  </a:lnTo>
                  <a:lnTo>
                    <a:pt x="31119" y="359198"/>
                  </a:lnTo>
                  <a:lnTo>
                    <a:pt x="17753" y="401803"/>
                  </a:lnTo>
                  <a:lnTo>
                    <a:pt x="8001" y="445827"/>
                  </a:lnTo>
                  <a:lnTo>
                    <a:pt x="2027" y="491108"/>
                  </a:lnTo>
                  <a:lnTo>
                    <a:pt x="0" y="537484"/>
                  </a:lnTo>
                  <a:lnTo>
                    <a:pt x="2027" y="583860"/>
                  </a:lnTo>
                  <a:lnTo>
                    <a:pt x="8001" y="629141"/>
                  </a:lnTo>
                  <a:lnTo>
                    <a:pt x="17753" y="673165"/>
                  </a:lnTo>
                  <a:lnTo>
                    <a:pt x="31119" y="715771"/>
                  </a:lnTo>
                  <a:lnTo>
                    <a:pt x="47933" y="756797"/>
                  </a:lnTo>
                  <a:lnTo>
                    <a:pt x="68029" y="796082"/>
                  </a:lnTo>
                  <a:lnTo>
                    <a:pt x="91241" y="833466"/>
                  </a:lnTo>
                  <a:lnTo>
                    <a:pt x="117403" y="868786"/>
                  </a:lnTo>
                  <a:lnTo>
                    <a:pt x="146349" y="901881"/>
                  </a:lnTo>
                  <a:lnTo>
                    <a:pt x="177914" y="932589"/>
                  </a:lnTo>
                  <a:lnTo>
                    <a:pt x="211932" y="960751"/>
                  </a:lnTo>
                  <a:lnTo>
                    <a:pt x="248237" y="986203"/>
                  </a:lnTo>
                  <a:lnTo>
                    <a:pt x="286662" y="1008785"/>
                  </a:lnTo>
                  <a:lnTo>
                    <a:pt x="327043" y="1028336"/>
                  </a:lnTo>
                  <a:lnTo>
                    <a:pt x="369213" y="1044694"/>
                  </a:lnTo>
                  <a:lnTo>
                    <a:pt x="413007" y="1057697"/>
                  </a:lnTo>
                  <a:lnTo>
                    <a:pt x="458258" y="1067185"/>
                  </a:lnTo>
                  <a:lnTo>
                    <a:pt x="504802" y="1072997"/>
                  </a:lnTo>
                  <a:lnTo>
                    <a:pt x="552471" y="1074969"/>
                  </a:lnTo>
                  <a:lnTo>
                    <a:pt x="600140" y="1072997"/>
                  </a:lnTo>
                  <a:lnTo>
                    <a:pt x="646684" y="1067185"/>
                  </a:lnTo>
                  <a:lnTo>
                    <a:pt x="691935" y="1057697"/>
                  </a:lnTo>
                  <a:lnTo>
                    <a:pt x="735729" y="1044694"/>
                  </a:lnTo>
                  <a:lnTo>
                    <a:pt x="777899" y="1028336"/>
                  </a:lnTo>
                  <a:lnTo>
                    <a:pt x="818280" y="1008785"/>
                  </a:lnTo>
                  <a:lnTo>
                    <a:pt x="856706" y="986203"/>
                  </a:lnTo>
                  <a:lnTo>
                    <a:pt x="893010" y="960751"/>
                  </a:lnTo>
                  <a:lnTo>
                    <a:pt x="927028" y="932589"/>
                  </a:lnTo>
                  <a:lnTo>
                    <a:pt x="958593" y="901881"/>
                  </a:lnTo>
                  <a:lnTo>
                    <a:pt x="987539" y="868786"/>
                  </a:lnTo>
                  <a:lnTo>
                    <a:pt x="1013701" y="833466"/>
                  </a:lnTo>
                  <a:lnTo>
                    <a:pt x="1036913" y="796082"/>
                  </a:lnTo>
                  <a:lnTo>
                    <a:pt x="1057009" y="756797"/>
                  </a:lnTo>
                  <a:lnTo>
                    <a:pt x="1073823" y="715771"/>
                  </a:lnTo>
                  <a:lnTo>
                    <a:pt x="1087189" y="673165"/>
                  </a:lnTo>
                  <a:lnTo>
                    <a:pt x="1096942" y="629141"/>
                  </a:lnTo>
                  <a:lnTo>
                    <a:pt x="1102915" y="583860"/>
                  </a:lnTo>
                  <a:lnTo>
                    <a:pt x="1104943" y="537484"/>
                  </a:lnTo>
                  <a:lnTo>
                    <a:pt x="1102915" y="491108"/>
                  </a:lnTo>
                  <a:lnTo>
                    <a:pt x="1096942" y="445827"/>
                  </a:lnTo>
                  <a:lnTo>
                    <a:pt x="1087189" y="401803"/>
                  </a:lnTo>
                  <a:lnTo>
                    <a:pt x="1073823" y="359198"/>
                  </a:lnTo>
                  <a:lnTo>
                    <a:pt x="1057009" y="318171"/>
                  </a:lnTo>
                  <a:lnTo>
                    <a:pt x="1036913" y="278886"/>
                  </a:lnTo>
                  <a:lnTo>
                    <a:pt x="1013701" y="241503"/>
                  </a:lnTo>
                  <a:lnTo>
                    <a:pt x="987539" y="206183"/>
                  </a:lnTo>
                  <a:lnTo>
                    <a:pt x="958593" y="173088"/>
                  </a:lnTo>
                  <a:lnTo>
                    <a:pt x="927028" y="142379"/>
                  </a:lnTo>
                  <a:lnTo>
                    <a:pt x="893010" y="114218"/>
                  </a:lnTo>
                  <a:lnTo>
                    <a:pt x="856706" y="88766"/>
                  </a:lnTo>
                  <a:lnTo>
                    <a:pt x="818280" y="66184"/>
                  </a:lnTo>
                  <a:lnTo>
                    <a:pt x="777899" y="46633"/>
                  </a:lnTo>
                  <a:lnTo>
                    <a:pt x="735729" y="30275"/>
                  </a:lnTo>
                  <a:lnTo>
                    <a:pt x="691935" y="17272"/>
                  </a:lnTo>
                  <a:lnTo>
                    <a:pt x="646684" y="7784"/>
                  </a:lnTo>
                  <a:lnTo>
                    <a:pt x="600140" y="1972"/>
                  </a:lnTo>
                  <a:lnTo>
                    <a:pt x="55247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20858" y="802229"/>
              <a:ext cx="5137519" cy="513080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6682154" y="4925383"/>
              <a:ext cx="876935" cy="876935"/>
            </a:xfrm>
            <a:custGeom>
              <a:avLst/>
              <a:gdLst/>
              <a:ahLst/>
              <a:cxnLst/>
              <a:rect l="l" t="t" r="r" b="b"/>
              <a:pathLst>
                <a:path w="876934" h="876935">
                  <a:moveTo>
                    <a:pt x="0" y="0"/>
                  </a:moveTo>
                  <a:lnTo>
                    <a:pt x="876704" y="0"/>
                  </a:lnTo>
                  <a:lnTo>
                    <a:pt x="876704" y="876704"/>
                  </a:lnTo>
                  <a:lnTo>
                    <a:pt x="0" y="876704"/>
                  </a:lnTo>
                  <a:lnTo>
                    <a:pt x="0" y="0"/>
                  </a:lnTo>
                  <a:close/>
                </a:path>
              </a:pathLst>
            </a:custGeom>
            <a:ln w="1270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70393" y="3808476"/>
            <a:ext cx="156654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>
                <a:solidFill>
                  <a:srgbClr val="FFFFFF"/>
                </a:solidFill>
                <a:latin typeface="Calibri Light"/>
                <a:cs typeface="Calibri Light"/>
              </a:rPr>
              <a:t>Overview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558388" y="4504435"/>
            <a:ext cx="5108575" cy="103759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41300" marR="5080" indent="-228600">
              <a:lnSpc>
                <a:spcPct val="89600"/>
              </a:lnSpc>
              <a:spcBef>
                <a:spcPts val="3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video,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talk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about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challenges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associated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about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alien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minds—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necessarily extraterrestrial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minds,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minds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very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from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our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own.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0005183" y="6657944"/>
            <a:ext cx="2186940" cy="200660"/>
          </a:xfrm>
          <a:custGeom>
            <a:avLst/>
            <a:gdLst/>
            <a:ahLst/>
            <a:cxnLst/>
            <a:rect l="l" t="t" r="r" b="b"/>
            <a:pathLst>
              <a:path w="2186940" h="200659">
                <a:moveTo>
                  <a:pt x="2186816" y="0"/>
                </a:moveTo>
                <a:lnTo>
                  <a:pt x="0" y="0"/>
                </a:lnTo>
                <a:lnTo>
                  <a:pt x="0" y="200055"/>
                </a:lnTo>
                <a:lnTo>
                  <a:pt x="2186816" y="200055"/>
                </a:lnTo>
                <a:lnTo>
                  <a:pt x="21868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0104560" y="6692392"/>
            <a:ext cx="2009139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7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This</a:t>
            </a:r>
            <a:r>
              <a:rPr dirty="0" u="sng" sz="700" spc="-1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7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Photo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Unknown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Author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licensed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under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u="sng" sz="7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CC</a:t>
            </a:r>
            <a:r>
              <a:rPr dirty="0" u="sng" sz="700" spc="-1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70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BY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170602" y="6421628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71324" y="1263396"/>
            <a:ext cx="1741805" cy="878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600" spc="-30"/>
              <a:t>Recap</a:t>
            </a:r>
            <a:endParaRPr sz="56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3008" y="252742"/>
            <a:ext cx="4739619" cy="304261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425448" y="3548094"/>
            <a:ext cx="4739640" cy="3042920"/>
            <a:chOff x="425448" y="3548094"/>
            <a:chExt cx="4739640" cy="304292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448" y="3548094"/>
              <a:ext cx="4739619" cy="304261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6139" y="3835114"/>
              <a:ext cx="3698237" cy="2468572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6471323" y="2628900"/>
            <a:ext cx="4095115" cy="156210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241300" marR="5080" indent="-228600">
              <a:lnSpc>
                <a:spcPct val="91500"/>
              </a:lnSpc>
              <a:spcBef>
                <a:spcPts val="3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previously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saw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are </a:t>
            </a:r>
            <a:r>
              <a:rPr dirty="0" sz="2000">
                <a:latin typeface="Calibri"/>
                <a:cs typeface="Calibri"/>
              </a:rPr>
              <a:t>important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challenges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associated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with </a:t>
            </a:r>
            <a:r>
              <a:rPr dirty="0" sz="2000">
                <a:latin typeface="Calibri"/>
                <a:cs typeface="Calibri"/>
              </a:rPr>
              <a:t>learning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about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people’s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minds.</a:t>
            </a:r>
            <a:endParaRPr sz="2000">
              <a:latin typeface="Calibri"/>
              <a:cs typeface="Calibri"/>
            </a:endParaRPr>
          </a:p>
          <a:p>
            <a:pPr marL="241300" marR="344805" indent="-228600">
              <a:lnSpc>
                <a:spcPts val="2210"/>
              </a:lnSpc>
              <a:spcBef>
                <a:spcPts val="9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Things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complicated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alien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minds.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73461" y="3597693"/>
            <a:ext cx="25401" cy="326030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419064" y="6137655"/>
            <a:ext cx="214693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7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This</a:t>
            </a:r>
            <a:r>
              <a:rPr dirty="0" u="sng" sz="700" spc="-1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7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Photo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Unknown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Author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licensed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under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u="sng" sz="7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CC</a:t>
            </a:r>
            <a:r>
              <a:rPr dirty="0" u="sng" sz="70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BY-</a:t>
            </a:r>
            <a:r>
              <a:rPr dirty="0" u="sng" sz="70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ND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206" y="542035"/>
            <a:ext cx="404367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5"/>
              <a:t>Non-</a:t>
            </a:r>
            <a:r>
              <a:rPr dirty="0" sz="3600"/>
              <a:t>human</a:t>
            </a:r>
            <a:r>
              <a:rPr dirty="0" sz="3600" spc="-100"/>
              <a:t> </a:t>
            </a:r>
            <a:r>
              <a:rPr dirty="0" sz="3600"/>
              <a:t>life</a:t>
            </a:r>
            <a:r>
              <a:rPr dirty="0" sz="3600" spc="-105"/>
              <a:t> </a:t>
            </a:r>
            <a:r>
              <a:rPr dirty="0" sz="3600" spc="-10"/>
              <a:t>forms</a:t>
            </a:r>
            <a:endParaRPr sz="3600"/>
          </a:p>
        </p:txBody>
      </p:sp>
      <p:sp>
        <p:nvSpPr>
          <p:cNvPr id="3" name="object 3" descr=""/>
          <p:cNvSpPr txBox="1"/>
          <p:nvPr/>
        </p:nvSpPr>
        <p:spPr>
          <a:xfrm>
            <a:off x="722209" y="1766315"/>
            <a:ext cx="3651250" cy="293370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41300" marR="36195" indent="-228600">
              <a:lnSpc>
                <a:spcPct val="90500"/>
              </a:lnSpc>
              <a:spcBef>
                <a:spcPts val="3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much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agreement </a:t>
            </a:r>
            <a:r>
              <a:rPr dirty="0" sz="2000">
                <a:latin typeface="Calibri"/>
                <a:cs typeface="Calibri"/>
              </a:rPr>
              <a:t>among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philosophers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regarding </a:t>
            </a:r>
            <a:r>
              <a:rPr dirty="0" sz="2000">
                <a:latin typeface="Calibri"/>
                <a:cs typeface="Calibri"/>
              </a:rPr>
              <a:t>where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draw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line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between </a:t>
            </a:r>
            <a:r>
              <a:rPr dirty="0" sz="2000">
                <a:latin typeface="Calibri"/>
                <a:cs typeface="Calibri"/>
              </a:rPr>
              <a:t>conscious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non-</a:t>
            </a:r>
            <a:r>
              <a:rPr dirty="0" sz="2000">
                <a:latin typeface="Calibri"/>
                <a:cs typeface="Calibri"/>
              </a:rPr>
              <a:t>conscious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life </a:t>
            </a:r>
            <a:r>
              <a:rPr dirty="0" sz="2000" spc="-10">
                <a:latin typeface="Calibri"/>
                <a:cs typeface="Calibri"/>
              </a:rPr>
              <a:t>forms.</a:t>
            </a:r>
            <a:endParaRPr sz="2000">
              <a:latin typeface="Calibri"/>
              <a:cs typeface="Calibri"/>
            </a:endParaRPr>
          </a:p>
          <a:p>
            <a:pPr marL="241300" marR="5080" indent="-228600">
              <a:lnSpc>
                <a:spcPct val="90700"/>
              </a:lnSpc>
              <a:spcBef>
                <a:spcPts val="91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graph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shows,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simpler creatures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get,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less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likely philosophers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ascribe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them </a:t>
            </a:r>
            <a:r>
              <a:rPr dirty="0" sz="2000" spc="-10">
                <a:latin typeface="Calibri"/>
                <a:cs typeface="Calibri"/>
              </a:rPr>
              <a:t>consciousness,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no </a:t>
            </a:r>
            <a:r>
              <a:rPr dirty="0" sz="2000">
                <a:latin typeface="Calibri"/>
                <a:cs typeface="Calibri"/>
              </a:rPr>
              <a:t>sharp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cut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off.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1219281" y="12"/>
            <a:ext cx="972819" cy="1935480"/>
          </a:xfrm>
          <a:custGeom>
            <a:avLst/>
            <a:gdLst/>
            <a:ahLst/>
            <a:cxnLst/>
            <a:rect l="l" t="t" r="r" b="b"/>
            <a:pathLst>
              <a:path w="972820" h="1935480">
                <a:moveTo>
                  <a:pt x="972705" y="0"/>
                </a:moveTo>
                <a:lnTo>
                  <a:pt x="0" y="967651"/>
                </a:lnTo>
                <a:lnTo>
                  <a:pt x="177406" y="1144143"/>
                </a:lnTo>
                <a:lnTo>
                  <a:pt x="0" y="1321549"/>
                </a:lnTo>
                <a:lnTo>
                  <a:pt x="348691" y="1670227"/>
                </a:lnTo>
                <a:lnTo>
                  <a:pt x="526999" y="1491919"/>
                </a:lnTo>
                <a:lnTo>
                  <a:pt x="972705" y="1935302"/>
                </a:lnTo>
                <a:lnTo>
                  <a:pt x="972705" y="0"/>
                </a:lnTo>
                <a:close/>
              </a:path>
            </a:pathLst>
          </a:custGeom>
          <a:solidFill>
            <a:srgbClr val="FFC000">
              <a:alpha val="301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0" y="4601502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008786"/>
                </a:moveTo>
                <a:lnTo>
                  <a:pt x="0" y="0"/>
                </a:lnTo>
                <a:lnTo>
                  <a:pt x="0" y="2017585"/>
                </a:lnTo>
                <a:lnTo>
                  <a:pt x="488721" y="1531391"/>
                </a:lnTo>
                <a:lnTo>
                  <a:pt x="670699" y="1713357"/>
                </a:lnTo>
                <a:lnTo>
                  <a:pt x="1014056" y="1369999"/>
                </a:lnTo>
                <a:lnTo>
                  <a:pt x="832980" y="1188935"/>
                </a:lnTo>
                <a:lnTo>
                  <a:pt x="1014056" y="1008786"/>
                </a:lnTo>
                <a:close/>
              </a:path>
            </a:pathLst>
          </a:custGeom>
          <a:solidFill>
            <a:srgbClr val="4472C4">
              <a:alpha val="301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2332" y="1901231"/>
            <a:ext cx="4012958" cy="2677823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2699"/>
            <a:ext cx="12192000" cy="6845300"/>
          </a:xfrm>
          <a:custGeom>
            <a:avLst/>
            <a:gdLst/>
            <a:ahLst/>
            <a:cxnLst/>
            <a:rect l="l" t="t" r="r" b="b"/>
            <a:pathLst>
              <a:path w="12192000" h="6845300">
                <a:moveTo>
                  <a:pt x="8078331" y="0"/>
                </a:moveTo>
                <a:lnTo>
                  <a:pt x="0" y="0"/>
                </a:lnTo>
                <a:lnTo>
                  <a:pt x="0" y="6845300"/>
                </a:lnTo>
                <a:lnTo>
                  <a:pt x="8854325" y="6845300"/>
                </a:lnTo>
                <a:lnTo>
                  <a:pt x="8851747" y="6807200"/>
                </a:lnTo>
                <a:lnTo>
                  <a:pt x="8859494" y="6769100"/>
                </a:lnTo>
                <a:lnTo>
                  <a:pt x="8877819" y="6743700"/>
                </a:lnTo>
                <a:lnTo>
                  <a:pt x="8904244" y="6718300"/>
                </a:lnTo>
                <a:lnTo>
                  <a:pt x="8936292" y="6705600"/>
                </a:lnTo>
                <a:lnTo>
                  <a:pt x="8948817" y="6705600"/>
                </a:lnTo>
                <a:lnTo>
                  <a:pt x="8961662" y="6692900"/>
                </a:lnTo>
                <a:lnTo>
                  <a:pt x="8972701" y="6692900"/>
                </a:lnTo>
                <a:lnTo>
                  <a:pt x="8979808" y="6680200"/>
                </a:lnTo>
                <a:lnTo>
                  <a:pt x="8959788" y="6667500"/>
                </a:lnTo>
                <a:lnTo>
                  <a:pt x="8895883" y="6667500"/>
                </a:lnTo>
                <a:lnTo>
                  <a:pt x="8877376" y="6654800"/>
                </a:lnTo>
                <a:lnTo>
                  <a:pt x="8861111" y="6654800"/>
                </a:lnTo>
                <a:lnTo>
                  <a:pt x="8854929" y="6642100"/>
                </a:lnTo>
                <a:lnTo>
                  <a:pt x="8866668" y="6616700"/>
                </a:lnTo>
                <a:lnTo>
                  <a:pt x="8870049" y="6616700"/>
                </a:lnTo>
                <a:lnTo>
                  <a:pt x="8867834" y="6604000"/>
                </a:lnTo>
                <a:lnTo>
                  <a:pt x="8853613" y="6604000"/>
                </a:lnTo>
                <a:lnTo>
                  <a:pt x="8812876" y="6578600"/>
                </a:lnTo>
                <a:lnTo>
                  <a:pt x="8794473" y="6553200"/>
                </a:lnTo>
                <a:lnTo>
                  <a:pt x="8788513" y="6527800"/>
                </a:lnTo>
                <a:lnTo>
                  <a:pt x="8785103" y="6489700"/>
                </a:lnTo>
                <a:lnTo>
                  <a:pt x="8774353" y="6464300"/>
                </a:lnTo>
                <a:lnTo>
                  <a:pt x="8771242" y="6451600"/>
                </a:lnTo>
                <a:lnTo>
                  <a:pt x="8773229" y="6438900"/>
                </a:lnTo>
                <a:lnTo>
                  <a:pt x="8779119" y="6426200"/>
                </a:lnTo>
                <a:lnTo>
                  <a:pt x="8787720" y="6426200"/>
                </a:lnTo>
                <a:lnTo>
                  <a:pt x="8828939" y="6400800"/>
                </a:lnTo>
                <a:lnTo>
                  <a:pt x="8858029" y="6362700"/>
                </a:lnTo>
                <a:lnTo>
                  <a:pt x="8879720" y="6324600"/>
                </a:lnTo>
                <a:lnTo>
                  <a:pt x="8898740" y="6273800"/>
                </a:lnTo>
                <a:lnTo>
                  <a:pt x="8919819" y="6235700"/>
                </a:lnTo>
                <a:lnTo>
                  <a:pt x="8886284" y="6223000"/>
                </a:lnTo>
                <a:lnTo>
                  <a:pt x="8779328" y="6184900"/>
                </a:lnTo>
                <a:lnTo>
                  <a:pt x="8752097" y="6172200"/>
                </a:lnTo>
                <a:lnTo>
                  <a:pt x="8742146" y="6146800"/>
                </a:lnTo>
                <a:lnTo>
                  <a:pt x="8748688" y="6134100"/>
                </a:lnTo>
                <a:lnTo>
                  <a:pt x="8770936" y="6096000"/>
                </a:lnTo>
                <a:lnTo>
                  <a:pt x="8711598" y="6083300"/>
                </a:lnTo>
                <a:lnTo>
                  <a:pt x="8684372" y="6070600"/>
                </a:lnTo>
                <a:lnTo>
                  <a:pt x="8682555" y="6045200"/>
                </a:lnTo>
                <a:lnTo>
                  <a:pt x="8699446" y="5994400"/>
                </a:lnTo>
                <a:lnTo>
                  <a:pt x="8651072" y="5981700"/>
                </a:lnTo>
                <a:lnTo>
                  <a:pt x="8610472" y="5969000"/>
                </a:lnTo>
                <a:lnTo>
                  <a:pt x="8578331" y="5943600"/>
                </a:lnTo>
                <a:lnTo>
                  <a:pt x="8570666" y="5930900"/>
                </a:lnTo>
                <a:lnTo>
                  <a:pt x="6946177" y="5930900"/>
                </a:lnTo>
                <a:lnTo>
                  <a:pt x="6897973" y="5918200"/>
                </a:lnTo>
                <a:lnTo>
                  <a:pt x="6850374" y="5918200"/>
                </a:lnTo>
                <a:lnTo>
                  <a:pt x="6710658" y="5880100"/>
                </a:lnTo>
                <a:lnTo>
                  <a:pt x="6664929" y="5854700"/>
                </a:lnTo>
                <a:lnTo>
                  <a:pt x="6619531" y="5842000"/>
                </a:lnTo>
                <a:lnTo>
                  <a:pt x="6574407" y="5816600"/>
                </a:lnTo>
                <a:lnTo>
                  <a:pt x="6536959" y="5791200"/>
                </a:lnTo>
                <a:lnTo>
                  <a:pt x="6500323" y="5778500"/>
                </a:lnTo>
                <a:lnTo>
                  <a:pt x="6427321" y="5727700"/>
                </a:lnTo>
                <a:lnTo>
                  <a:pt x="6388114" y="5702300"/>
                </a:lnTo>
                <a:lnTo>
                  <a:pt x="6351151" y="5676900"/>
                </a:lnTo>
                <a:lnTo>
                  <a:pt x="6314950" y="5638800"/>
                </a:lnTo>
                <a:lnTo>
                  <a:pt x="6278030" y="5613400"/>
                </a:lnTo>
                <a:lnTo>
                  <a:pt x="6238909" y="5588000"/>
                </a:lnTo>
                <a:lnTo>
                  <a:pt x="6198040" y="5575300"/>
                </a:lnTo>
                <a:lnTo>
                  <a:pt x="6119314" y="5524500"/>
                </a:lnTo>
                <a:lnTo>
                  <a:pt x="6079328" y="5499100"/>
                </a:lnTo>
                <a:lnTo>
                  <a:pt x="6037505" y="5486400"/>
                </a:lnTo>
                <a:lnTo>
                  <a:pt x="6009963" y="5473700"/>
                </a:lnTo>
                <a:lnTo>
                  <a:pt x="5986770" y="5448300"/>
                </a:lnTo>
                <a:lnTo>
                  <a:pt x="5971799" y="5422900"/>
                </a:lnTo>
                <a:lnTo>
                  <a:pt x="5968926" y="5384800"/>
                </a:lnTo>
                <a:lnTo>
                  <a:pt x="5968068" y="5372100"/>
                </a:lnTo>
                <a:lnTo>
                  <a:pt x="5963421" y="5359400"/>
                </a:lnTo>
                <a:lnTo>
                  <a:pt x="5925229" y="5359400"/>
                </a:lnTo>
                <a:lnTo>
                  <a:pt x="5909866" y="5346700"/>
                </a:lnTo>
                <a:lnTo>
                  <a:pt x="5897007" y="5334000"/>
                </a:lnTo>
                <a:lnTo>
                  <a:pt x="5884825" y="5321300"/>
                </a:lnTo>
                <a:lnTo>
                  <a:pt x="5862580" y="5283200"/>
                </a:lnTo>
                <a:lnTo>
                  <a:pt x="5838964" y="5257800"/>
                </a:lnTo>
                <a:lnTo>
                  <a:pt x="5812066" y="5245100"/>
                </a:lnTo>
                <a:lnTo>
                  <a:pt x="5779973" y="5232400"/>
                </a:lnTo>
                <a:lnTo>
                  <a:pt x="5787805" y="5219700"/>
                </a:lnTo>
                <a:lnTo>
                  <a:pt x="5797297" y="5207000"/>
                </a:lnTo>
                <a:lnTo>
                  <a:pt x="5926137" y="5207000"/>
                </a:lnTo>
                <a:lnTo>
                  <a:pt x="5896195" y="5194300"/>
                </a:lnTo>
                <a:lnTo>
                  <a:pt x="5863621" y="5168900"/>
                </a:lnTo>
                <a:lnTo>
                  <a:pt x="5836054" y="5143500"/>
                </a:lnTo>
                <a:lnTo>
                  <a:pt x="5811126" y="5118100"/>
                </a:lnTo>
                <a:lnTo>
                  <a:pt x="5786469" y="5080000"/>
                </a:lnTo>
                <a:lnTo>
                  <a:pt x="5859973" y="5080000"/>
                </a:lnTo>
                <a:lnTo>
                  <a:pt x="5845227" y="5067300"/>
                </a:lnTo>
                <a:lnTo>
                  <a:pt x="5823804" y="5041900"/>
                </a:lnTo>
                <a:lnTo>
                  <a:pt x="5809522" y="5003800"/>
                </a:lnTo>
                <a:lnTo>
                  <a:pt x="5801450" y="4953000"/>
                </a:lnTo>
                <a:lnTo>
                  <a:pt x="5796542" y="4940300"/>
                </a:lnTo>
                <a:lnTo>
                  <a:pt x="5788048" y="4927600"/>
                </a:lnTo>
                <a:lnTo>
                  <a:pt x="5777185" y="4914900"/>
                </a:lnTo>
                <a:lnTo>
                  <a:pt x="5765172" y="4902200"/>
                </a:lnTo>
                <a:lnTo>
                  <a:pt x="5696675" y="4851400"/>
                </a:lnTo>
                <a:lnTo>
                  <a:pt x="5663249" y="4813300"/>
                </a:lnTo>
                <a:lnTo>
                  <a:pt x="5631435" y="4787900"/>
                </a:lnTo>
                <a:lnTo>
                  <a:pt x="5602028" y="4749800"/>
                </a:lnTo>
                <a:lnTo>
                  <a:pt x="5700075" y="4749800"/>
                </a:lnTo>
                <a:lnTo>
                  <a:pt x="5680036" y="4724400"/>
                </a:lnTo>
                <a:lnTo>
                  <a:pt x="5638403" y="4699000"/>
                </a:lnTo>
                <a:lnTo>
                  <a:pt x="5596973" y="4660900"/>
                </a:lnTo>
                <a:lnTo>
                  <a:pt x="5560136" y="4635500"/>
                </a:lnTo>
                <a:lnTo>
                  <a:pt x="5540659" y="4622800"/>
                </a:lnTo>
                <a:lnTo>
                  <a:pt x="5519373" y="4610100"/>
                </a:lnTo>
                <a:lnTo>
                  <a:pt x="5510614" y="4597400"/>
                </a:lnTo>
                <a:lnTo>
                  <a:pt x="5502363" y="4597400"/>
                </a:lnTo>
                <a:lnTo>
                  <a:pt x="5497698" y="4584700"/>
                </a:lnTo>
                <a:lnTo>
                  <a:pt x="5499700" y="4572000"/>
                </a:lnTo>
                <a:lnTo>
                  <a:pt x="5506304" y="4559300"/>
                </a:lnTo>
                <a:lnTo>
                  <a:pt x="5624404" y="4559300"/>
                </a:lnTo>
                <a:lnTo>
                  <a:pt x="5608881" y="4546600"/>
                </a:lnTo>
                <a:lnTo>
                  <a:pt x="5572792" y="4521200"/>
                </a:lnTo>
                <a:lnTo>
                  <a:pt x="5537650" y="4508500"/>
                </a:lnTo>
                <a:lnTo>
                  <a:pt x="5509445" y="4470400"/>
                </a:lnTo>
                <a:lnTo>
                  <a:pt x="5637665" y="4470400"/>
                </a:lnTo>
                <a:lnTo>
                  <a:pt x="5635415" y="4445000"/>
                </a:lnTo>
                <a:lnTo>
                  <a:pt x="5632574" y="4419600"/>
                </a:lnTo>
                <a:lnTo>
                  <a:pt x="5639206" y="4394200"/>
                </a:lnTo>
                <a:lnTo>
                  <a:pt x="5655312" y="4381500"/>
                </a:lnTo>
                <a:lnTo>
                  <a:pt x="5714460" y="4381500"/>
                </a:lnTo>
                <a:lnTo>
                  <a:pt x="5716930" y="4368800"/>
                </a:lnTo>
                <a:lnTo>
                  <a:pt x="5712294" y="4343400"/>
                </a:lnTo>
                <a:lnTo>
                  <a:pt x="5706689" y="4318000"/>
                </a:lnTo>
                <a:lnTo>
                  <a:pt x="5709272" y="4279900"/>
                </a:lnTo>
                <a:lnTo>
                  <a:pt x="5716660" y="4254500"/>
                </a:lnTo>
                <a:lnTo>
                  <a:pt x="5725469" y="4229100"/>
                </a:lnTo>
                <a:lnTo>
                  <a:pt x="5733676" y="4191000"/>
                </a:lnTo>
                <a:lnTo>
                  <a:pt x="5732238" y="4165600"/>
                </a:lnTo>
                <a:lnTo>
                  <a:pt x="5720648" y="4127500"/>
                </a:lnTo>
                <a:lnTo>
                  <a:pt x="5698399" y="4102100"/>
                </a:lnTo>
                <a:lnTo>
                  <a:pt x="5682433" y="4089400"/>
                </a:lnTo>
                <a:lnTo>
                  <a:pt x="5665283" y="4064000"/>
                </a:lnTo>
                <a:lnTo>
                  <a:pt x="5646373" y="4051300"/>
                </a:lnTo>
                <a:lnTo>
                  <a:pt x="5625128" y="4038600"/>
                </a:lnTo>
                <a:lnTo>
                  <a:pt x="5654289" y="4025900"/>
                </a:lnTo>
                <a:lnTo>
                  <a:pt x="5652538" y="4013200"/>
                </a:lnTo>
                <a:lnTo>
                  <a:pt x="5642360" y="3987800"/>
                </a:lnTo>
                <a:lnTo>
                  <a:pt x="5646243" y="3962400"/>
                </a:lnTo>
                <a:lnTo>
                  <a:pt x="5739344" y="3962400"/>
                </a:lnTo>
                <a:lnTo>
                  <a:pt x="5718292" y="3949700"/>
                </a:lnTo>
                <a:lnTo>
                  <a:pt x="5676969" y="3937000"/>
                </a:lnTo>
                <a:lnTo>
                  <a:pt x="5637541" y="3911600"/>
                </a:lnTo>
                <a:lnTo>
                  <a:pt x="5601121" y="3873500"/>
                </a:lnTo>
                <a:lnTo>
                  <a:pt x="5568821" y="3835400"/>
                </a:lnTo>
                <a:lnTo>
                  <a:pt x="5607983" y="3835400"/>
                </a:lnTo>
                <a:lnTo>
                  <a:pt x="5607621" y="3822700"/>
                </a:lnTo>
                <a:lnTo>
                  <a:pt x="5608525" y="3822700"/>
                </a:lnTo>
                <a:lnTo>
                  <a:pt x="5606359" y="3810000"/>
                </a:lnTo>
                <a:lnTo>
                  <a:pt x="5581223" y="3784600"/>
                </a:lnTo>
                <a:lnTo>
                  <a:pt x="5572972" y="3771900"/>
                </a:lnTo>
                <a:lnTo>
                  <a:pt x="5582046" y="3759200"/>
                </a:lnTo>
                <a:lnTo>
                  <a:pt x="5608886" y="3733800"/>
                </a:lnTo>
                <a:lnTo>
                  <a:pt x="5618225" y="3721100"/>
                </a:lnTo>
                <a:lnTo>
                  <a:pt x="5621744" y="3721100"/>
                </a:lnTo>
                <a:lnTo>
                  <a:pt x="5620458" y="3708400"/>
                </a:lnTo>
                <a:lnTo>
                  <a:pt x="5615383" y="3695700"/>
                </a:lnTo>
                <a:lnTo>
                  <a:pt x="5610603" y="3683000"/>
                </a:lnTo>
                <a:lnTo>
                  <a:pt x="5606517" y="3683000"/>
                </a:lnTo>
                <a:lnTo>
                  <a:pt x="5604292" y="3670300"/>
                </a:lnTo>
                <a:lnTo>
                  <a:pt x="5605095" y="3657600"/>
                </a:lnTo>
                <a:lnTo>
                  <a:pt x="6103195" y="3657600"/>
                </a:lnTo>
                <a:lnTo>
                  <a:pt x="6102282" y="3644900"/>
                </a:lnTo>
                <a:lnTo>
                  <a:pt x="6091014" y="3619500"/>
                </a:lnTo>
                <a:lnTo>
                  <a:pt x="6073249" y="3606800"/>
                </a:lnTo>
                <a:lnTo>
                  <a:pt x="5963390" y="3606800"/>
                </a:lnTo>
                <a:lnTo>
                  <a:pt x="5949141" y="3594100"/>
                </a:lnTo>
                <a:lnTo>
                  <a:pt x="5938648" y="3581400"/>
                </a:lnTo>
                <a:lnTo>
                  <a:pt x="5931386" y="3568700"/>
                </a:lnTo>
                <a:lnTo>
                  <a:pt x="5923427" y="3543300"/>
                </a:lnTo>
                <a:lnTo>
                  <a:pt x="5912641" y="3530600"/>
                </a:lnTo>
                <a:lnTo>
                  <a:pt x="5883201" y="3505200"/>
                </a:lnTo>
                <a:lnTo>
                  <a:pt x="5800229" y="3454400"/>
                </a:lnTo>
                <a:lnTo>
                  <a:pt x="5757678" y="3429000"/>
                </a:lnTo>
                <a:lnTo>
                  <a:pt x="5713197" y="3416300"/>
                </a:lnTo>
                <a:lnTo>
                  <a:pt x="5704033" y="3403600"/>
                </a:lnTo>
                <a:lnTo>
                  <a:pt x="5695241" y="3403600"/>
                </a:lnTo>
                <a:lnTo>
                  <a:pt x="5687667" y="3390900"/>
                </a:lnTo>
                <a:lnTo>
                  <a:pt x="5682156" y="3378200"/>
                </a:lnTo>
                <a:lnTo>
                  <a:pt x="6117791" y="3378200"/>
                </a:lnTo>
                <a:lnTo>
                  <a:pt x="6111923" y="3365500"/>
                </a:lnTo>
                <a:lnTo>
                  <a:pt x="6104267" y="3327400"/>
                </a:lnTo>
                <a:lnTo>
                  <a:pt x="6067970" y="3289300"/>
                </a:lnTo>
                <a:lnTo>
                  <a:pt x="6043461" y="3276600"/>
                </a:lnTo>
                <a:lnTo>
                  <a:pt x="6056711" y="3263900"/>
                </a:lnTo>
                <a:lnTo>
                  <a:pt x="6068794" y="3251200"/>
                </a:lnTo>
                <a:lnTo>
                  <a:pt x="6108249" y="3251200"/>
                </a:lnTo>
                <a:lnTo>
                  <a:pt x="6108249" y="3238500"/>
                </a:lnTo>
                <a:lnTo>
                  <a:pt x="6107535" y="3238500"/>
                </a:lnTo>
                <a:lnTo>
                  <a:pt x="6105113" y="3225800"/>
                </a:lnTo>
                <a:lnTo>
                  <a:pt x="6100965" y="3225800"/>
                </a:lnTo>
                <a:lnTo>
                  <a:pt x="6095075" y="3213100"/>
                </a:lnTo>
                <a:lnTo>
                  <a:pt x="6056623" y="3200400"/>
                </a:lnTo>
                <a:lnTo>
                  <a:pt x="5988382" y="3149600"/>
                </a:lnTo>
                <a:lnTo>
                  <a:pt x="5948713" y="3136900"/>
                </a:lnTo>
                <a:lnTo>
                  <a:pt x="5936328" y="3136900"/>
                </a:lnTo>
                <a:lnTo>
                  <a:pt x="5940998" y="3124200"/>
                </a:lnTo>
                <a:lnTo>
                  <a:pt x="5946683" y="3098800"/>
                </a:lnTo>
                <a:lnTo>
                  <a:pt x="5937343" y="3086100"/>
                </a:lnTo>
                <a:lnTo>
                  <a:pt x="5937417" y="3073400"/>
                </a:lnTo>
                <a:lnTo>
                  <a:pt x="5996719" y="3073400"/>
                </a:lnTo>
                <a:lnTo>
                  <a:pt x="5997691" y="3060700"/>
                </a:lnTo>
                <a:lnTo>
                  <a:pt x="5992049" y="3048000"/>
                </a:lnTo>
                <a:lnTo>
                  <a:pt x="5982380" y="3035300"/>
                </a:lnTo>
                <a:lnTo>
                  <a:pt x="5971273" y="3035300"/>
                </a:lnTo>
                <a:lnTo>
                  <a:pt x="5946051" y="3022600"/>
                </a:lnTo>
                <a:lnTo>
                  <a:pt x="5920694" y="2997200"/>
                </a:lnTo>
                <a:lnTo>
                  <a:pt x="5894729" y="2997200"/>
                </a:lnTo>
                <a:lnTo>
                  <a:pt x="5867681" y="2984500"/>
                </a:lnTo>
                <a:lnTo>
                  <a:pt x="5865183" y="2971800"/>
                </a:lnTo>
                <a:lnTo>
                  <a:pt x="5873005" y="2959100"/>
                </a:lnTo>
                <a:lnTo>
                  <a:pt x="5884482" y="2946400"/>
                </a:lnTo>
                <a:lnTo>
                  <a:pt x="5892947" y="2946400"/>
                </a:lnTo>
                <a:lnTo>
                  <a:pt x="5851625" y="2908300"/>
                </a:lnTo>
                <a:lnTo>
                  <a:pt x="5809000" y="2882900"/>
                </a:lnTo>
                <a:lnTo>
                  <a:pt x="5583019" y="2819400"/>
                </a:lnTo>
                <a:lnTo>
                  <a:pt x="5536590" y="2794000"/>
                </a:lnTo>
                <a:lnTo>
                  <a:pt x="5444027" y="2768600"/>
                </a:lnTo>
                <a:lnTo>
                  <a:pt x="5398275" y="2743200"/>
                </a:lnTo>
                <a:lnTo>
                  <a:pt x="5424182" y="2730500"/>
                </a:lnTo>
                <a:lnTo>
                  <a:pt x="5922793" y="2730500"/>
                </a:lnTo>
                <a:lnTo>
                  <a:pt x="5918780" y="2717800"/>
                </a:lnTo>
                <a:lnTo>
                  <a:pt x="5913701" y="2717800"/>
                </a:lnTo>
                <a:lnTo>
                  <a:pt x="5913239" y="2705100"/>
                </a:lnTo>
                <a:lnTo>
                  <a:pt x="5918259" y="2692400"/>
                </a:lnTo>
                <a:lnTo>
                  <a:pt x="6048620" y="2692400"/>
                </a:lnTo>
                <a:lnTo>
                  <a:pt x="6041975" y="2667000"/>
                </a:lnTo>
                <a:lnTo>
                  <a:pt x="6026474" y="2641600"/>
                </a:lnTo>
                <a:lnTo>
                  <a:pt x="6004307" y="2628900"/>
                </a:lnTo>
                <a:lnTo>
                  <a:pt x="5974340" y="2616200"/>
                </a:lnTo>
                <a:lnTo>
                  <a:pt x="5936145" y="2616200"/>
                </a:lnTo>
                <a:lnTo>
                  <a:pt x="5924530" y="2603500"/>
                </a:lnTo>
                <a:lnTo>
                  <a:pt x="5918236" y="2603500"/>
                </a:lnTo>
                <a:lnTo>
                  <a:pt x="5913160" y="2590800"/>
                </a:lnTo>
                <a:lnTo>
                  <a:pt x="5910926" y="2590800"/>
                </a:lnTo>
                <a:lnTo>
                  <a:pt x="5913159" y="2578100"/>
                </a:lnTo>
                <a:lnTo>
                  <a:pt x="5917581" y="2565400"/>
                </a:lnTo>
                <a:lnTo>
                  <a:pt x="6027181" y="2565400"/>
                </a:lnTo>
                <a:lnTo>
                  <a:pt x="5854327" y="2514600"/>
                </a:lnTo>
                <a:lnTo>
                  <a:pt x="5857575" y="2489200"/>
                </a:lnTo>
                <a:lnTo>
                  <a:pt x="5952951" y="2489200"/>
                </a:lnTo>
                <a:lnTo>
                  <a:pt x="5926155" y="2463800"/>
                </a:lnTo>
                <a:lnTo>
                  <a:pt x="5931122" y="2463800"/>
                </a:lnTo>
                <a:lnTo>
                  <a:pt x="5936481" y="2451100"/>
                </a:lnTo>
                <a:lnTo>
                  <a:pt x="8431433" y="2451100"/>
                </a:lnTo>
                <a:lnTo>
                  <a:pt x="8402697" y="2425700"/>
                </a:lnTo>
                <a:lnTo>
                  <a:pt x="8369240" y="2400300"/>
                </a:lnTo>
                <a:lnTo>
                  <a:pt x="8334357" y="2374900"/>
                </a:lnTo>
                <a:lnTo>
                  <a:pt x="8304031" y="2362200"/>
                </a:lnTo>
                <a:lnTo>
                  <a:pt x="8275454" y="2336800"/>
                </a:lnTo>
                <a:lnTo>
                  <a:pt x="8251306" y="2311400"/>
                </a:lnTo>
                <a:lnTo>
                  <a:pt x="8234269" y="2273300"/>
                </a:lnTo>
                <a:lnTo>
                  <a:pt x="8231501" y="2247900"/>
                </a:lnTo>
                <a:lnTo>
                  <a:pt x="8286488" y="2247900"/>
                </a:lnTo>
                <a:lnTo>
                  <a:pt x="8266722" y="2222500"/>
                </a:lnTo>
                <a:lnTo>
                  <a:pt x="8245848" y="2197100"/>
                </a:lnTo>
                <a:lnTo>
                  <a:pt x="8227655" y="2171700"/>
                </a:lnTo>
                <a:lnTo>
                  <a:pt x="8215932" y="2146300"/>
                </a:lnTo>
                <a:lnTo>
                  <a:pt x="8200858" y="2095500"/>
                </a:lnTo>
                <a:lnTo>
                  <a:pt x="8182004" y="2057400"/>
                </a:lnTo>
                <a:lnTo>
                  <a:pt x="8159405" y="2019300"/>
                </a:lnTo>
                <a:lnTo>
                  <a:pt x="8133099" y="1981200"/>
                </a:lnTo>
                <a:lnTo>
                  <a:pt x="8103120" y="1943100"/>
                </a:lnTo>
                <a:lnTo>
                  <a:pt x="8069507" y="1905000"/>
                </a:lnTo>
                <a:lnTo>
                  <a:pt x="8032295" y="1879600"/>
                </a:lnTo>
                <a:lnTo>
                  <a:pt x="7991520" y="1841500"/>
                </a:lnTo>
                <a:lnTo>
                  <a:pt x="7968607" y="1828800"/>
                </a:lnTo>
                <a:lnTo>
                  <a:pt x="7946685" y="1803400"/>
                </a:lnTo>
                <a:lnTo>
                  <a:pt x="7922549" y="1790700"/>
                </a:lnTo>
                <a:lnTo>
                  <a:pt x="7892992" y="1778000"/>
                </a:lnTo>
                <a:lnTo>
                  <a:pt x="7853411" y="1765300"/>
                </a:lnTo>
                <a:lnTo>
                  <a:pt x="7829561" y="1739900"/>
                </a:lnTo>
                <a:lnTo>
                  <a:pt x="7815519" y="1714500"/>
                </a:lnTo>
                <a:lnTo>
                  <a:pt x="7805363" y="1676400"/>
                </a:lnTo>
                <a:lnTo>
                  <a:pt x="7793168" y="1638300"/>
                </a:lnTo>
                <a:lnTo>
                  <a:pt x="7773013" y="1612900"/>
                </a:lnTo>
                <a:lnTo>
                  <a:pt x="7765884" y="1612900"/>
                </a:lnTo>
                <a:lnTo>
                  <a:pt x="7760037" y="1600200"/>
                </a:lnTo>
                <a:lnTo>
                  <a:pt x="7756405" y="1587500"/>
                </a:lnTo>
                <a:lnTo>
                  <a:pt x="7755919" y="1574800"/>
                </a:lnTo>
                <a:lnTo>
                  <a:pt x="7759536" y="1562100"/>
                </a:lnTo>
                <a:lnTo>
                  <a:pt x="7765515" y="1549400"/>
                </a:lnTo>
                <a:lnTo>
                  <a:pt x="7772834" y="1536700"/>
                </a:lnTo>
                <a:lnTo>
                  <a:pt x="7780473" y="1524000"/>
                </a:lnTo>
                <a:lnTo>
                  <a:pt x="7788715" y="1524000"/>
                </a:lnTo>
                <a:lnTo>
                  <a:pt x="7796286" y="1511300"/>
                </a:lnTo>
                <a:lnTo>
                  <a:pt x="7800535" y="1498600"/>
                </a:lnTo>
                <a:lnTo>
                  <a:pt x="7798812" y="1485900"/>
                </a:lnTo>
                <a:lnTo>
                  <a:pt x="7694571" y="1485900"/>
                </a:lnTo>
                <a:lnTo>
                  <a:pt x="7659006" y="1460500"/>
                </a:lnTo>
                <a:lnTo>
                  <a:pt x="7621023" y="1435100"/>
                </a:lnTo>
                <a:lnTo>
                  <a:pt x="7652401" y="1422400"/>
                </a:lnTo>
                <a:lnTo>
                  <a:pt x="7679496" y="1397000"/>
                </a:lnTo>
                <a:lnTo>
                  <a:pt x="7699655" y="1371600"/>
                </a:lnTo>
                <a:lnTo>
                  <a:pt x="7710228" y="1346200"/>
                </a:lnTo>
                <a:lnTo>
                  <a:pt x="7723392" y="1295400"/>
                </a:lnTo>
                <a:lnTo>
                  <a:pt x="7746387" y="1257300"/>
                </a:lnTo>
                <a:lnTo>
                  <a:pt x="7778528" y="1231900"/>
                </a:lnTo>
                <a:lnTo>
                  <a:pt x="7819128" y="1219200"/>
                </a:lnTo>
                <a:lnTo>
                  <a:pt x="7867502" y="1206500"/>
                </a:lnTo>
                <a:lnTo>
                  <a:pt x="7850611" y="1155700"/>
                </a:lnTo>
                <a:lnTo>
                  <a:pt x="7852428" y="1130300"/>
                </a:lnTo>
                <a:lnTo>
                  <a:pt x="7879654" y="1117600"/>
                </a:lnTo>
                <a:lnTo>
                  <a:pt x="7938992" y="1104900"/>
                </a:lnTo>
                <a:lnTo>
                  <a:pt x="7916744" y="1079500"/>
                </a:lnTo>
                <a:lnTo>
                  <a:pt x="7910202" y="1054100"/>
                </a:lnTo>
                <a:lnTo>
                  <a:pt x="7920154" y="1041400"/>
                </a:lnTo>
                <a:lnTo>
                  <a:pt x="7947385" y="1028700"/>
                </a:lnTo>
                <a:lnTo>
                  <a:pt x="8054340" y="990600"/>
                </a:lnTo>
                <a:lnTo>
                  <a:pt x="8087875" y="965200"/>
                </a:lnTo>
                <a:lnTo>
                  <a:pt x="8066796" y="927100"/>
                </a:lnTo>
                <a:lnTo>
                  <a:pt x="8047776" y="889000"/>
                </a:lnTo>
                <a:lnTo>
                  <a:pt x="8026086" y="838200"/>
                </a:lnTo>
                <a:lnTo>
                  <a:pt x="7996996" y="812800"/>
                </a:lnTo>
                <a:lnTo>
                  <a:pt x="7955777" y="787400"/>
                </a:lnTo>
                <a:lnTo>
                  <a:pt x="7947176" y="774700"/>
                </a:lnTo>
                <a:lnTo>
                  <a:pt x="7941285" y="762000"/>
                </a:lnTo>
                <a:lnTo>
                  <a:pt x="7939298" y="762000"/>
                </a:lnTo>
                <a:lnTo>
                  <a:pt x="7942409" y="749300"/>
                </a:lnTo>
                <a:lnTo>
                  <a:pt x="7953159" y="711200"/>
                </a:lnTo>
                <a:lnTo>
                  <a:pt x="7956569" y="685800"/>
                </a:lnTo>
                <a:lnTo>
                  <a:pt x="7962529" y="647700"/>
                </a:lnTo>
                <a:lnTo>
                  <a:pt x="7980932" y="622300"/>
                </a:lnTo>
                <a:lnTo>
                  <a:pt x="8021669" y="609600"/>
                </a:lnTo>
                <a:lnTo>
                  <a:pt x="8029828" y="609600"/>
                </a:lnTo>
                <a:lnTo>
                  <a:pt x="8035890" y="596900"/>
                </a:lnTo>
                <a:lnTo>
                  <a:pt x="8038105" y="596900"/>
                </a:lnTo>
                <a:lnTo>
                  <a:pt x="8034724" y="584200"/>
                </a:lnTo>
                <a:lnTo>
                  <a:pt x="8022985" y="558800"/>
                </a:lnTo>
                <a:lnTo>
                  <a:pt x="8029168" y="546100"/>
                </a:lnTo>
                <a:lnTo>
                  <a:pt x="8127845" y="546100"/>
                </a:lnTo>
                <a:lnTo>
                  <a:pt x="8147864" y="533400"/>
                </a:lnTo>
                <a:lnTo>
                  <a:pt x="8140757" y="520700"/>
                </a:lnTo>
                <a:lnTo>
                  <a:pt x="8129718" y="508000"/>
                </a:lnTo>
                <a:lnTo>
                  <a:pt x="8116873" y="508000"/>
                </a:lnTo>
                <a:lnTo>
                  <a:pt x="8104348" y="495300"/>
                </a:lnTo>
                <a:lnTo>
                  <a:pt x="8045875" y="457200"/>
                </a:lnTo>
                <a:lnTo>
                  <a:pt x="8019803" y="393700"/>
                </a:lnTo>
                <a:lnTo>
                  <a:pt x="8019110" y="355600"/>
                </a:lnTo>
                <a:lnTo>
                  <a:pt x="8023807" y="330200"/>
                </a:lnTo>
                <a:lnTo>
                  <a:pt x="8040567" y="304800"/>
                </a:lnTo>
                <a:lnTo>
                  <a:pt x="8076064" y="292100"/>
                </a:lnTo>
                <a:lnTo>
                  <a:pt x="8089759" y="279400"/>
                </a:lnTo>
                <a:lnTo>
                  <a:pt x="8079793" y="241300"/>
                </a:lnTo>
                <a:lnTo>
                  <a:pt x="8039620" y="190500"/>
                </a:lnTo>
                <a:lnTo>
                  <a:pt x="7984992" y="165100"/>
                </a:lnTo>
                <a:lnTo>
                  <a:pt x="7965124" y="165100"/>
                </a:lnTo>
                <a:lnTo>
                  <a:pt x="7947034" y="152400"/>
                </a:lnTo>
                <a:lnTo>
                  <a:pt x="7930051" y="152400"/>
                </a:lnTo>
                <a:lnTo>
                  <a:pt x="7913504" y="139700"/>
                </a:lnTo>
                <a:lnTo>
                  <a:pt x="7901407" y="127000"/>
                </a:lnTo>
                <a:lnTo>
                  <a:pt x="7890388" y="127000"/>
                </a:lnTo>
                <a:lnTo>
                  <a:pt x="7882690" y="114300"/>
                </a:lnTo>
                <a:lnTo>
                  <a:pt x="7880558" y="101600"/>
                </a:lnTo>
                <a:lnTo>
                  <a:pt x="7884792" y="88900"/>
                </a:lnTo>
                <a:lnTo>
                  <a:pt x="7893689" y="76200"/>
                </a:lnTo>
                <a:lnTo>
                  <a:pt x="7905734" y="63500"/>
                </a:lnTo>
                <a:lnTo>
                  <a:pt x="7919411" y="63500"/>
                </a:lnTo>
                <a:lnTo>
                  <a:pt x="7987624" y="38100"/>
                </a:lnTo>
                <a:lnTo>
                  <a:pt x="8020274" y="25400"/>
                </a:lnTo>
                <a:lnTo>
                  <a:pt x="8051806" y="12700"/>
                </a:lnTo>
                <a:lnTo>
                  <a:pt x="8078331" y="0"/>
                </a:lnTo>
                <a:close/>
              </a:path>
              <a:path w="12192000" h="6845300">
                <a:moveTo>
                  <a:pt x="8759758" y="4381500"/>
                </a:moveTo>
                <a:lnTo>
                  <a:pt x="8756030" y="4394200"/>
                </a:lnTo>
                <a:lnTo>
                  <a:pt x="8754467" y="4394200"/>
                </a:lnTo>
                <a:lnTo>
                  <a:pt x="8753414" y="4406900"/>
                </a:lnTo>
                <a:lnTo>
                  <a:pt x="8752413" y="4419600"/>
                </a:lnTo>
                <a:lnTo>
                  <a:pt x="8754880" y="4419600"/>
                </a:lnTo>
                <a:lnTo>
                  <a:pt x="8759276" y="4432300"/>
                </a:lnTo>
                <a:lnTo>
                  <a:pt x="8764061" y="4445000"/>
                </a:lnTo>
                <a:lnTo>
                  <a:pt x="8768497" y="4445000"/>
                </a:lnTo>
                <a:lnTo>
                  <a:pt x="8772747" y="4457700"/>
                </a:lnTo>
                <a:lnTo>
                  <a:pt x="8776218" y="4470400"/>
                </a:lnTo>
                <a:lnTo>
                  <a:pt x="8778318" y="4470400"/>
                </a:lnTo>
                <a:lnTo>
                  <a:pt x="8778036" y="4483100"/>
                </a:lnTo>
                <a:lnTo>
                  <a:pt x="8775927" y="4495800"/>
                </a:lnTo>
                <a:lnTo>
                  <a:pt x="8772532" y="4495800"/>
                </a:lnTo>
                <a:lnTo>
                  <a:pt x="8768392" y="4508500"/>
                </a:lnTo>
                <a:lnTo>
                  <a:pt x="8752786" y="4533900"/>
                </a:lnTo>
                <a:lnTo>
                  <a:pt x="8743712" y="4572000"/>
                </a:lnTo>
                <a:lnTo>
                  <a:pt x="8729562" y="4610100"/>
                </a:lnTo>
                <a:lnTo>
                  <a:pt x="8698730" y="4622800"/>
                </a:lnTo>
                <a:lnTo>
                  <a:pt x="8681568" y="4635500"/>
                </a:lnTo>
                <a:lnTo>
                  <a:pt x="8667553" y="4648200"/>
                </a:lnTo>
                <a:lnTo>
                  <a:pt x="8654825" y="4660900"/>
                </a:lnTo>
                <a:lnTo>
                  <a:pt x="8641521" y="4673600"/>
                </a:lnTo>
                <a:lnTo>
                  <a:pt x="8604633" y="4711700"/>
                </a:lnTo>
                <a:lnTo>
                  <a:pt x="8573072" y="4749800"/>
                </a:lnTo>
                <a:lnTo>
                  <a:pt x="8546925" y="4800600"/>
                </a:lnTo>
                <a:lnTo>
                  <a:pt x="8526279" y="4838700"/>
                </a:lnTo>
                <a:lnTo>
                  <a:pt x="8511221" y="4902200"/>
                </a:lnTo>
                <a:lnTo>
                  <a:pt x="8504414" y="4914900"/>
                </a:lnTo>
                <a:lnTo>
                  <a:pt x="8493851" y="4940300"/>
                </a:lnTo>
                <a:lnTo>
                  <a:pt x="8481731" y="4953000"/>
                </a:lnTo>
                <a:lnTo>
                  <a:pt x="8470254" y="4965700"/>
                </a:lnTo>
                <a:lnTo>
                  <a:pt x="8479611" y="4978400"/>
                </a:lnTo>
                <a:lnTo>
                  <a:pt x="8502181" y="4978400"/>
                </a:lnTo>
                <a:lnTo>
                  <a:pt x="8500573" y="4991100"/>
                </a:lnTo>
                <a:lnTo>
                  <a:pt x="8490681" y="5016500"/>
                </a:lnTo>
                <a:lnTo>
                  <a:pt x="8476661" y="5041900"/>
                </a:lnTo>
                <a:lnTo>
                  <a:pt x="8460068" y="5054600"/>
                </a:lnTo>
                <a:lnTo>
                  <a:pt x="8442460" y="5067300"/>
                </a:lnTo>
                <a:lnTo>
                  <a:pt x="8422206" y="5092700"/>
                </a:lnTo>
                <a:lnTo>
                  <a:pt x="8402780" y="5105400"/>
                </a:lnTo>
                <a:lnTo>
                  <a:pt x="8386094" y="5130800"/>
                </a:lnTo>
                <a:lnTo>
                  <a:pt x="8374062" y="5156200"/>
                </a:lnTo>
                <a:lnTo>
                  <a:pt x="8371220" y="5168900"/>
                </a:lnTo>
                <a:lnTo>
                  <a:pt x="8361678" y="5168900"/>
                </a:lnTo>
                <a:lnTo>
                  <a:pt x="8356197" y="5181600"/>
                </a:lnTo>
                <a:lnTo>
                  <a:pt x="8324494" y="5232400"/>
                </a:lnTo>
                <a:lnTo>
                  <a:pt x="8290542" y="5295900"/>
                </a:lnTo>
                <a:lnTo>
                  <a:pt x="8254503" y="5346700"/>
                </a:lnTo>
                <a:lnTo>
                  <a:pt x="8216539" y="5397500"/>
                </a:lnTo>
                <a:lnTo>
                  <a:pt x="8176812" y="5448300"/>
                </a:lnTo>
                <a:lnTo>
                  <a:pt x="8135486" y="5486400"/>
                </a:lnTo>
                <a:lnTo>
                  <a:pt x="8092721" y="5524500"/>
                </a:lnTo>
                <a:lnTo>
                  <a:pt x="8048681" y="5562600"/>
                </a:lnTo>
                <a:lnTo>
                  <a:pt x="8003528" y="5600700"/>
                </a:lnTo>
                <a:lnTo>
                  <a:pt x="7957424" y="5638800"/>
                </a:lnTo>
                <a:lnTo>
                  <a:pt x="7910531" y="5664200"/>
                </a:lnTo>
                <a:lnTo>
                  <a:pt x="7863012" y="5702300"/>
                </a:lnTo>
                <a:lnTo>
                  <a:pt x="7766743" y="5753100"/>
                </a:lnTo>
                <a:lnTo>
                  <a:pt x="7718319" y="5765800"/>
                </a:lnTo>
                <a:lnTo>
                  <a:pt x="7621700" y="5816600"/>
                </a:lnTo>
                <a:lnTo>
                  <a:pt x="7479784" y="5854700"/>
                </a:lnTo>
                <a:lnTo>
                  <a:pt x="7345376" y="5892800"/>
                </a:lnTo>
                <a:lnTo>
                  <a:pt x="7303000" y="5892800"/>
                </a:lnTo>
                <a:lnTo>
                  <a:pt x="7262107" y="5905500"/>
                </a:lnTo>
                <a:lnTo>
                  <a:pt x="7222859" y="5905500"/>
                </a:lnTo>
                <a:lnTo>
                  <a:pt x="7185420" y="5918200"/>
                </a:lnTo>
                <a:lnTo>
                  <a:pt x="7085574" y="5918200"/>
                </a:lnTo>
                <a:lnTo>
                  <a:pt x="7056990" y="5930900"/>
                </a:lnTo>
                <a:lnTo>
                  <a:pt x="8570666" y="5930900"/>
                </a:lnTo>
                <a:lnTo>
                  <a:pt x="8555336" y="5905500"/>
                </a:lnTo>
                <a:lnTo>
                  <a:pt x="8542172" y="5854700"/>
                </a:lnTo>
                <a:lnTo>
                  <a:pt x="8531599" y="5829300"/>
                </a:lnTo>
                <a:lnTo>
                  <a:pt x="8511439" y="5803900"/>
                </a:lnTo>
                <a:lnTo>
                  <a:pt x="8484345" y="5791200"/>
                </a:lnTo>
                <a:lnTo>
                  <a:pt x="8452967" y="5765800"/>
                </a:lnTo>
                <a:lnTo>
                  <a:pt x="8490950" y="5740400"/>
                </a:lnTo>
                <a:lnTo>
                  <a:pt x="8526514" y="5715000"/>
                </a:lnTo>
                <a:lnTo>
                  <a:pt x="8632479" y="5715000"/>
                </a:lnTo>
                <a:lnTo>
                  <a:pt x="8628230" y="5702300"/>
                </a:lnTo>
                <a:lnTo>
                  <a:pt x="8620659" y="5689600"/>
                </a:lnTo>
                <a:lnTo>
                  <a:pt x="8612417" y="5676900"/>
                </a:lnTo>
                <a:lnTo>
                  <a:pt x="8604778" y="5664200"/>
                </a:lnTo>
                <a:lnTo>
                  <a:pt x="8597458" y="5651500"/>
                </a:lnTo>
                <a:lnTo>
                  <a:pt x="8591480" y="5638800"/>
                </a:lnTo>
                <a:lnTo>
                  <a:pt x="8587863" y="5626100"/>
                </a:lnTo>
                <a:lnTo>
                  <a:pt x="8588349" y="5613400"/>
                </a:lnTo>
                <a:lnTo>
                  <a:pt x="8591981" y="5613400"/>
                </a:lnTo>
                <a:lnTo>
                  <a:pt x="8597828" y="5600700"/>
                </a:lnTo>
                <a:lnTo>
                  <a:pt x="8604957" y="5588000"/>
                </a:lnTo>
                <a:lnTo>
                  <a:pt x="8625112" y="5562600"/>
                </a:lnTo>
                <a:lnTo>
                  <a:pt x="8637307" y="5524500"/>
                </a:lnTo>
                <a:lnTo>
                  <a:pt x="8647463" y="5499100"/>
                </a:lnTo>
                <a:lnTo>
                  <a:pt x="8661505" y="5461000"/>
                </a:lnTo>
                <a:lnTo>
                  <a:pt x="8685355" y="5435600"/>
                </a:lnTo>
                <a:lnTo>
                  <a:pt x="8724936" y="5422900"/>
                </a:lnTo>
                <a:lnTo>
                  <a:pt x="8754493" y="5410200"/>
                </a:lnTo>
                <a:lnTo>
                  <a:pt x="8778629" y="5397500"/>
                </a:lnTo>
                <a:lnTo>
                  <a:pt x="8800551" y="5372100"/>
                </a:lnTo>
                <a:lnTo>
                  <a:pt x="8823464" y="5359400"/>
                </a:lnTo>
                <a:lnTo>
                  <a:pt x="8864239" y="5334000"/>
                </a:lnTo>
                <a:lnTo>
                  <a:pt x="8901451" y="5295900"/>
                </a:lnTo>
                <a:lnTo>
                  <a:pt x="8935064" y="5270500"/>
                </a:lnTo>
                <a:lnTo>
                  <a:pt x="8965043" y="5232400"/>
                </a:lnTo>
                <a:lnTo>
                  <a:pt x="8991349" y="5194300"/>
                </a:lnTo>
                <a:lnTo>
                  <a:pt x="9013948" y="5156200"/>
                </a:lnTo>
                <a:lnTo>
                  <a:pt x="9032802" y="5105400"/>
                </a:lnTo>
                <a:lnTo>
                  <a:pt x="9047876" y="5054600"/>
                </a:lnTo>
                <a:lnTo>
                  <a:pt x="9059599" y="5029200"/>
                </a:lnTo>
                <a:lnTo>
                  <a:pt x="9077792" y="5003800"/>
                </a:lnTo>
                <a:lnTo>
                  <a:pt x="9098665" y="4991100"/>
                </a:lnTo>
                <a:lnTo>
                  <a:pt x="9118432" y="4965700"/>
                </a:lnTo>
                <a:lnTo>
                  <a:pt x="9102317" y="4953000"/>
                </a:lnTo>
                <a:lnTo>
                  <a:pt x="9063445" y="4953000"/>
                </a:lnTo>
                <a:lnTo>
                  <a:pt x="9066213" y="4927600"/>
                </a:lnTo>
                <a:lnTo>
                  <a:pt x="9083250" y="4902200"/>
                </a:lnTo>
                <a:lnTo>
                  <a:pt x="9107398" y="4864100"/>
                </a:lnTo>
                <a:lnTo>
                  <a:pt x="9135974" y="4851400"/>
                </a:lnTo>
                <a:lnTo>
                  <a:pt x="9166299" y="4826000"/>
                </a:lnTo>
                <a:lnTo>
                  <a:pt x="9201184" y="4800600"/>
                </a:lnTo>
                <a:lnTo>
                  <a:pt x="9234640" y="4775200"/>
                </a:lnTo>
                <a:lnTo>
                  <a:pt x="9263377" y="4749800"/>
                </a:lnTo>
                <a:lnTo>
                  <a:pt x="9284101" y="4711700"/>
                </a:lnTo>
                <a:lnTo>
                  <a:pt x="9288996" y="4699000"/>
                </a:lnTo>
                <a:lnTo>
                  <a:pt x="9296455" y="4699000"/>
                </a:lnTo>
                <a:lnTo>
                  <a:pt x="9305429" y="4686300"/>
                </a:lnTo>
                <a:lnTo>
                  <a:pt x="9314870" y="4686300"/>
                </a:lnTo>
                <a:lnTo>
                  <a:pt x="9347621" y="4635500"/>
                </a:lnTo>
                <a:lnTo>
                  <a:pt x="9381847" y="4584700"/>
                </a:lnTo>
                <a:lnTo>
                  <a:pt x="9417485" y="4546600"/>
                </a:lnTo>
                <a:lnTo>
                  <a:pt x="9454472" y="4495800"/>
                </a:lnTo>
                <a:lnTo>
                  <a:pt x="9492745" y="4457700"/>
                </a:lnTo>
                <a:lnTo>
                  <a:pt x="9532242" y="4406900"/>
                </a:lnTo>
                <a:lnTo>
                  <a:pt x="8792307" y="4406900"/>
                </a:lnTo>
                <a:lnTo>
                  <a:pt x="8767310" y="4394200"/>
                </a:lnTo>
                <a:lnTo>
                  <a:pt x="8759758" y="4381500"/>
                </a:lnTo>
                <a:close/>
              </a:path>
              <a:path w="12192000" h="6845300">
                <a:moveTo>
                  <a:pt x="8632479" y="5715000"/>
                </a:moveTo>
                <a:lnTo>
                  <a:pt x="8563769" y="5715000"/>
                </a:lnTo>
                <a:lnTo>
                  <a:pt x="8606823" y="5740400"/>
                </a:lnTo>
                <a:lnTo>
                  <a:pt x="8619828" y="5753100"/>
                </a:lnTo>
                <a:lnTo>
                  <a:pt x="8626250" y="5740400"/>
                </a:lnTo>
                <a:lnTo>
                  <a:pt x="8628940" y="5740400"/>
                </a:lnTo>
                <a:lnTo>
                  <a:pt x="8630756" y="5727700"/>
                </a:lnTo>
                <a:lnTo>
                  <a:pt x="8632479" y="5715000"/>
                </a:lnTo>
                <a:close/>
              </a:path>
              <a:path w="12192000" h="6845300">
                <a:moveTo>
                  <a:pt x="5955526" y="5346700"/>
                </a:moveTo>
                <a:lnTo>
                  <a:pt x="5944923" y="5346700"/>
                </a:lnTo>
                <a:lnTo>
                  <a:pt x="5925229" y="5359400"/>
                </a:lnTo>
                <a:lnTo>
                  <a:pt x="5963421" y="5359400"/>
                </a:lnTo>
                <a:lnTo>
                  <a:pt x="5955526" y="5346700"/>
                </a:lnTo>
                <a:close/>
              </a:path>
              <a:path w="12192000" h="6845300">
                <a:moveTo>
                  <a:pt x="5926137" y="5207000"/>
                </a:moveTo>
                <a:lnTo>
                  <a:pt x="5807736" y="5207000"/>
                </a:lnTo>
                <a:lnTo>
                  <a:pt x="5818412" y="5219700"/>
                </a:lnTo>
                <a:lnTo>
                  <a:pt x="5929041" y="5270500"/>
                </a:lnTo>
                <a:lnTo>
                  <a:pt x="5947277" y="5270500"/>
                </a:lnTo>
                <a:lnTo>
                  <a:pt x="5966241" y="5283200"/>
                </a:lnTo>
                <a:lnTo>
                  <a:pt x="6009533" y="5283200"/>
                </a:lnTo>
                <a:lnTo>
                  <a:pt x="5985479" y="5245100"/>
                </a:lnTo>
                <a:lnTo>
                  <a:pt x="5956789" y="5219700"/>
                </a:lnTo>
                <a:lnTo>
                  <a:pt x="5926137" y="5207000"/>
                </a:lnTo>
                <a:close/>
              </a:path>
              <a:path w="12192000" h="6845300">
                <a:moveTo>
                  <a:pt x="5859973" y="5080000"/>
                </a:moveTo>
                <a:lnTo>
                  <a:pt x="5810658" y="5080000"/>
                </a:lnTo>
                <a:lnTo>
                  <a:pt x="5831632" y="5092700"/>
                </a:lnTo>
                <a:lnTo>
                  <a:pt x="5851185" y="5105400"/>
                </a:lnTo>
                <a:lnTo>
                  <a:pt x="5871109" y="5105400"/>
                </a:lnTo>
                <a:lnTo>
                  <a:pt x="5872554" y="5092700"/>
                </a:lnTo>
                <a:lnTo>
                  <a:pt x="5874720" y="5092700"/>
                </a:lnTo>
                <a:lnTo>
                  <a:pt x="5859973" y="5080000"/>
                </a:lnTo>
                <a:close/>
              </a:path>
              <a:path w="12192000" h="6845300">
                <a:moveTo>
                  <a:pt x="5700075" y="4749800"/>
                </a:moveTo>
                <a:lnTo>
                  <a:pt x="5602028" y="4749800"/>
                </a:lnTo>
                <a:lnTo>
                  <a:pt x="5640764" y="4762500"/>
                </a:lnTo>
                <a:lnTo>
                  <a:pt x="5677893" y="4775200"/>
                </a:lnTo>
                <a:lnTo>
                  <a:pt x="5715801" y="4800600"/>
                </a:lnTo>
                <a:lnTo>
                  <a:pt x="5756873" y="4813300"/>
                </a:lnTo>
                <a:lnTo>
                  <a:pt x="5720113" y="4775200"/>
                </a:lnTo>
                <a:lnTo>
                  <a:pt x="5700075" y="4749800"/>
                </a:lnTo>
                <a:close/>
              </a:path>
              <a:path w="12192000" h="6845300">
                <a:moveTo>
                  <a:pt x="5624404" y="4559300"/>
                </a:moveTo>
                <a:lnTo>
                  <a:pt x="5534171" y="4559300"/>
                </a:lnTo>
                <a:lnTo>
                  <a:pt x="5557927" y="4572000"/>
                </a:lnTo>
                <a:lnTo>
                  <a:pt x="5639927" y="4572000"/>
                </a:lnTo>
                <a:lnTo>
                  <a:pt x="5624404" y="4559300"/>
                </a:lnTo>
                <a:close/>
              </a:path>
              <a:path w="12192000" h="6845300">
                <a:moveTo>
                  <a:pt x="5637665" y="4470400"/>
                </a:moveTo>
                <a:lnTo>
                  <a:pt x="5561061" y="4470400"/>
                </a:lnTo>
                <a:lnTo>
                  <a:pt x="5607263" y="4495800"/>
                </a:lnTo>
                <a:lnTo>
                  <a:pt x="5624299" y="4495800"/>
                </a:lnTo>
                <a:lnTo>
                  <a:pt x="5634196" y="4483100"/>
                </a:lnTo>
                <a:lnTo>
                  <a:pt x="5637665" y="4470400"/>
                </a:lnTo>
                <a:close/>
              </a:path>
              <a:path w="12192000" h="6845300">
                <a:moveTo>
                  <a:pt x="11153155" y="3708400"/>
                </a:moveTo>
                <a:lnTo>
                  <a:pt x="8619662" y="3708400"/>
                </a:lnTo>
                <a:lnTo>
                  <a:pt x="8623251" y="3721100"/>
                </a:lnTo>
                <a:lnTo>
                  <a:pt x="8616435" y="3733800"/>
                </a:lnTo>
                <a:lnTo>
                  <a:pt x="8611201" y="3746500"/>
                </a:lnTo>
                <a:lnTo>
                  <a:pt x="8617337" y="3759200"/>
                </a:lnTo>
                <a:lnTo>
                  <a:pt x="8624016" y="3759200"/>
                </a:lnTo>
                <a:lnTo>
                  <a:pt x="8651331" y="3771900"/>
                </a:lnTo>
                <a:lnTo>
                  <a:pt x="8660628" y="3797300"/>
                </a:lnTo>
                <a:lnTo>
                  <a:pt x="8663124" y="3822700"/>
                </a:lnTo>
                <a:lnTo>
                  <a:pt x="8670037" y="3860800"/>
                </a:lnTo>
                <a:lnTo>
                  <a:pt x="8671843" y="3860800"/>
                </a:lnTo>
                <a:lnTo>
                  <a:pt x="8670690" y="3873500"/>
                </a:lnTo>
                <a:lnTo>
                  <a:pt x="8667269" y="3886200"/>
                </a:lnTo>
                <a:lnTo>
                  <a:pt x="8662275" y="3886200"/>
                </a:lnTo>
                <a:lnTo>
                  <a:pt x="8633566" y="3911600"/>
                </a:lnTo>
                <a:lnTo>
                  <a:pt x="8614788" y="3949700"/>
                </a:lnTo>
                <a:lnTo>
                  <a:pt x="8600579" y="3987800"/>
                </a:lnTo>
                <a:lnTo>
                  <a:pt x="8585574" y="4025900"/>
                </a:lnTo>
                <a:lnTo>
                  <a:pt x="8605046" y="4038600"/>
                </a:lnTo>
                <a:lnTo>
                  <a:pt x="8625617" y="4051300"/>
                </a:lnTo>
                <a:lnTo>
                  <a:pt x="8646560" y="4051300"/>
                </a:lnTo>
                <a:lnTo>
                  <a:pt x="8667148" y="4064000"/>
                </a:lnTo>
                <a:lnTo>
                  <a:pt x="8682959" y="4076700"/>
                </a:lnTo>
                <a:lnTo>
                  <a:pt x="8688738" y="4089400"/>
                </a:lnTo>
                <a:lnTo>
                  <a:pt x="8684939" y="4102100"/>
                </a:lnTo>
                <a:lnTo>
                  <a:pt x="8672022" y="4127500"/>
                </a:lnTo>
                <a:lnTo>
                  <a:pt x="8706474" y="4140200"/>
                </a:lnTo>
                <a:lnTo>
                  <a:pt x="8722282" y="4140200"/>
                </a:lnTo>
                <a:lnTo>
                  <a:pt x="8723336" y="4165600"/>
                </a:lnTo>
                <a:lnTo>
                  <a:pt x="8713529" y="4203700"/>
                </a:lnTo>
                <a:lnTo>
                  <a:pt x="8747949" y="4216400"/>
                </a:lnTo>
                <a:lnTo>
                  <a:pt x="8775161" y="4229100"/>
                </a:lnTo>
                <a:lnTo>
                  <a:pt x="8794386" y="4267200"/>
                </a:lnTo>
                <a:lnTo>
                  <a:pt x="8804847" y="4305300"/>
                </a:lnTo>
                <a:lnTo>
                  <a:pt x="8810986" y="4330700"/>
                </a:lnTo>
                <a:lnTo>
                  <a:pt x="8822691" y="4343400"/>
                </a:lnTo>
                <a:lnTo>
                  <a:pt x="8838423" y="4356100"/>
                </a:lnTo>
                <a:lnTo>
                  <a:pt x="8856642" y="4368800"/>
                </a:lnTo>
                <a:lnTo>
                  <a:pt x="8834588" y="4394200"/>
                </a:lnTo>
                <a:lnTo>
                  <a:pt x="8813938" y="4406900"/>
                </a:lnTo>
                <a:lnTo>
                  <a:pt x="9532242" y="4406900"/>
                </a:lnTo>
                <a:lnTo>
                  <a:pt x="9572899" y="4368800"/>
                </a:lnTo>
                <a:lnTo>
                  <a:pt x="9614653" y="4330700"/>
                </a:lnTo>
                <a:lnTo>
                  <a:pt x="9657441" y="4292600"/>
                </a:lnTo>
                <a:lnTo>
                  <a:pt x="9701200" y="4267200"/>
                </a:lnTo>
                <a:lnTo>
                  <a:pt x="9745868" y="4229100"/>
                </a:lnTo>
                <a:lnTo>
                  <a:pt x="9791381" y="4191000"/>
                </a:lnTo>
                <a:lnTo>
                  <a:pt x="9884691" y="4140200"/>
                </a:lnTo>
                <a:lnTo>
                  <a:pt x="9932362" y="4102100"/>
                </a:lnTo>
                <a:lnTo>
                  <a:pt x="10128347" y="4000500"/>
                </a:lnTo>
                <a:lnTo>
                  <a:pt x="10178354" y="3975100"/>
                </a:lnTo>
                <a:lnTo>
                  <a:pt x="10228640" y="3962400"/>
                </a:lnTo>
                <a:lnTo>
                  <a:pt x="10329794" y="3911600"/>
                </a:lnTo>
                <a:lnTo>
                  <a:pt x="10380536" y="3898900"/>
                </a:lnTo>
                <a:lnTo>
                  <a:pt x="10431305" y="3873500"/>
                </a:lnTo>
                <a:lnTo>
                  <a:pt x="10879012" y="3759200"/>
                </a:lnTo>
                <a:lnTo>
                  <a:pt x="10926579" y="3746500"/>
                </a:lnTo>
                <a:lnTo>
                  <a:pt x="10973480" y="3746500"/>
                </a:lnTo>
                <a:lnTo>
                  <a:pt x="11065029" y="3721100"/>
                </a:lnTo>
                <a:lnTo>
                  <a:pt x="11109551" y="3721100"/>
                </a:lnTo>
                <a:lnTo>
                  <a:pt x="11153155" y="3708400"/>
                </a:lnTo>
                <a:close/>
              </a:path>
              <a:path w="12192000" h="6845300">
                <a:moveTo>
                  <a:pt x="5739344" y="3962400"/>
                </a:moveTo>
                <a:lnTo>
                  <a:pt x="5646243" y="3962400"/>
                </a:lnTo>
                <a:lnTo>
                  <a:pt x="5717575" y="3987800"/>
                </a:lnTo>
                <a:lnTo>
                  <a:pt x="5756539" y="4013200"/>
                </a:lnTo>
                <a:lnTo>
                  <a:pt x="5802170" y="4013200"/>
                </a:lnTo>
                <a:lnTo>
                  <a:pt x="5760396" y="3975100"/>
                </a:lnTo>
                <a:lnTo>
                  <a:pt x="5739344" y="3962400"/>
                </a:lnTo>
                <a:close/>
              </a:path>
              <a:path w="12192000" h="6845300">
                <a:moveTo>
                  <a:pt x="12192000" y="3670300"/>
                </a:moveTo>
                <a:lnTo>
                  <a:pt x="11743305" y="3670300"/>
                </a:lnTo>
                <a:lnTo>
                  <a:pt x="11790877" y="3683000"/>
                </a:lnTo>
                <a:lnTo>
                  <a:pt x="11884980" y="3683000"/>
                </a:lnTo>
                <a:lnTo>
                  <a:pt x="11977811" y="3708400"/>
                </a:lnTo>
                <a:lnTo>
                  <a:pt x="12023793" y="3708400"/>
                </a:lnTo>
                <a:lnTo>
                  <a:pt x="12069511" y="3721100"/>
                </a:lnTo>
                <a:lnTo>
                  <a:pt x="12192000" y="3759200"/>
                </a:lnTo>
                <a:lnTo>
                  <a:pt x="12192000" y="3670300"/>
                </a:lnTo>
                <a:close/>
              </a:path>
              <a:path w="12192000" h="6845300">
                <a:moveTo>
                  <a:pt x="11391960" y="3683000"/>
                </a:moveTo>
                <a:lnTo>
                  <a:pt x="8554870" y="3683000"/>
                </a:lnTo>
                <a:lnTo>
                  <a:pt x="8550744" y="3695700"/>
                </a:lnTo>
                <a:lnTo>
                  <a:pt x="8562367" y="3708400"/>
                </a:lnTo>
                <a:lnTo>
                  <a:pt x="11237355" y="3708400"/>
                </a:lnTo>
                <a:lnTo>
                  <a:pt x="11277825" y="3695700"/>
                </a:lnTo>
                <a:lnTo>
                  <a:pt x="11355191" y="3695700"/>
                </a:lnTo>
                <a:lnTo>
                  <a:pt x="11391960" y="3683000"/>
                </a:lnTo>
                <a:close/>
              </a:path>
              <a:path w="12192000" h="6845300">
                <a:moveTo>
                  <a:pt x="5989138" y="3657600"/>
                </a:moveTo>
                <a:lnTo>
                  <a:pt x="5856310" y="3657600"/>
                </a:lnTo>
                <a:lnTo>
                  <a:pt x="5884018" y="3670300"/>
                </a:lnTo>
                <a:lnTo>
                  <a:pt x="5925431" y="3683000"/>
                </a:lnTo>
                <a:lnTo>
                  <a:pt x="5965490" y="3683000"/>
                </a:lnTo>
                <a:lnTo>
                  <a:pt x="5989138" y="3657600"/>
                </a:lnTo>
                <a:close/>
              </a:path>
              <a:path w="12192000" h="6845300">
                <a:moveTo>
                  <a:pt x="10643702" y="3517900"/>
                </a:moveTo>
                <a:lnTo>
                  <a:pt x="8592432" y="3517900"/>
                </a:lnTo>
                <a:lnTo>
                  <a:pt x="8613043" y="3530600"/>
                </a:lnTo>
                <a:lnTo>
                  <a:pt x="8622775" y="3543300"/>
                </a:lnTo>
                <a:lnTo>
                  <a:pt x="8625502" y="3568700"/>
                </a:lnTo>
                <a:lnTo>
                  <a:pt x="8625099" y="3594100"/>
                </a:lnTo>
                <a:lnTo>
                  <a:pt x="8620601" y="3619500"/>
                </a:lnTo>
                <a:lnTo>
                  <a:pt x="8609961" y="3644900"/>
                </a:lnTo>
                <a:lnTo>
                  <a:pt x="8594618" y="3657600"/>
                </a:lnTo>
                <a:lnTo>
                  <a:pt x="8576010" y="3670300"/>
                </a:lnTo>
                <a:lnTo>
                  <a:pt x="8568738" y="3683000"/>
                </a:lnTo>
                <a:lnTo>
                  <a:pt x="11581820" y="3683000"/>
                </a:lnTo>
                <a:lnTo>
                  <a:pt x="11607750" y="3670300"/>
                </a:lnTo>
                <a:lnTo>
                  <a:pt x="12192000" y="3670300"/>
                </a:lnTo>
                <a:lnTo>
                  <a:pt x="12192000" y="3530600"/>
                </a:lnTo>
                <a:lnTo>
                  <a:pt x="10676486" y="3530600"/>
                </a:lnTo>
                <a:lnTo>
                  <a:pt x="10643702" y="3517900"/>
                </a:lnTo>
                <a:close/>
              </a:path>
              <a:path w="12192000" h="6845300">
                <a:moveTo>
                  <a:pt x="5817758" y="3657600"/>
                </a:moveTo>
                <a:lnTo>
                  <a:pt x="5605095" y="3657600"/>
                </a:lnTo>
                <a:lnTo>
                  <a:pt x="5640341" y="3670300"/>
                </a:lnTo>
                <a:lnTo>
                  <a:pt x="5798930" y="3670300"/>
                </a:lnTo>
                <a:lnTo>
                  <a:pt x="5817758" y="3657600"/>
                </a:lnTo>
                <a:close/>
              </a:path>
              <a:path w="12192000" h="6845300">
                <a:moveTo>
                  <a:pt x="6103195" y="3657600"/>
                </a:moveTo>
                <a:lnTo>
                  <a:pt x="6032181" y="3657600"/>
                </a:lnTo>
                <a:lnTo>
                  <a:pt x="6050680" y="3670300"/>
                </a:lnTo>
                <a:lnTo>
                  <a:pt x="6092300" y="3670300"/>
                </a:lnTo>
                <a:lnTo>
                  <a:pt x="6103195" y="3657600"/>
                </a:lnTo>
                <a:close/>
              </a:path>
              <a:path w="12192000" h="6845300">
                <a:moveTo>
                  <a:pt x="6034960" y="3594100"/>
                </a:moveTo>
                <a:lnTo>
                  <a:pt x="5999192" y="3594100"/>
                </a:lnTo>
                <a:lnTo>
                  <a:pt x="5981918" y="3606800"/>
                </a:lnTo>
                <a:lnTo>
                  <a:pt x="6052845" y="3606800"/>
                </a:lnTo>
                <a:lnTo>
                  <a:pt x="6034960" y="3594100"/>
                </a:lnTo>
                <a:close/>
              </a:path>
              <a:path w="12192000" h="6845300">
                <a:moveTo>
                  <a:pt x="12192000" y="3060700"/>
                </a:moveTo>
                <a:lnTo>
                  <a:pt x="12129465" y="3086100"/>
                </a:lnTo>
                <a:lnTo>
                  <a:pt x="12086773" y="3098800"/>
                </a:lnTo>
                <a:lnTo>
                  <a:pt x="12045936" y="3124200"/>
                </a:lnTo>
                <a:lnTo>
                  <a:pt x="11928321" y="3200400"/>
                </a:lnTo>
                <a:lnTo>
                  <a:pt x="11888672" y="3225800"/>
                </a:lnTo>
                <a:lnTo>
                  <a:pt x="11847763" y="3238500"/>
                </a:lnTo>
                <a:lnTo>
                  <a:pt x="11804971" y="3263900"/>
                </a:lnTo>
                <a:lnTo>
                  <a:pt x="11603387" y="3365500"/>
                </a:lnTo>
                <a:lnTo>
                  <a:pt x="11551648" y="3378200"/>
                </a:lnTo>
                <a:lnTo>
                  <a:pt x="11503874" y="3403600"/>
                </a:lnTo>
                <a:lnTo>
                  <a:pt x="11359471" y="3441700"/>
                </a:lnTo>
                <a:lnTo>
                  <a:pt x="11310902" y="3467100"/>
                </a:lnTo>
                <a:lnTo>
                  <a:pt x="11212981" y="3492500"/>
                </a:lnTo>
                <a:lnTo>
                  <a:pt x="11163584" y="3492500"/>
                </a:lnTo>
                <a:lnTo>
                  <a:pt x="11063809" y="3517900"/>
                </a:lnTo>
                <a:lnTo>
                  <a:pt x="11013387" y="3517900"/>
                </a:lnTo>
                <a:lnTo>
                  <a:pt x="10962578" y="3530600"/>
                </a:lnTo>
                <a:lnTo>
                  <a:pt x="12192000" y="3530600"/>
                </a:lnTo>
                <a:lnTo>
                  <a:pt x="12192000" y="3060700"/>
                </a:lnTo>
                <a:close/>
              </a:path>
              <a:path w="12192000" h="6845300">
                <a:moveTo>
                  <a:pt x="6133876" y="3378200"/>
                </a:moveTo>
                <a:lnTo>
                  <a:pt x="5682156" y="3378200"/>
                </a:lnTo>
                <a:lnTo>
                  <a:pt x="5779757" y="3403600"/>
                </a:lnTo>
                <a:lnTo>
                  <a:pt x="5827758" y="3429000"/>
                </a:lnTo>
                <a:lnTo>
                  <a:pt x="5875503" y="3441700"/>
                </a:lnTo>
                <a:lnTo>
                  <a:pt x="5923199" y="3467100"/>
                </a:lnTo>
                <a:lnTo>
                  <a:pt x="6117617" y="3517900"/>
                </a:lnTo>
                <a:lnTo>
                  <a:pt x="6168165" y="3517900"/>
                </a:lnTo>
                <a:lnTo>
                  <a:pt x="6132040" y="3492500"/>
                </a:lnTo>
                <a:lnTo>
                  <a:pt x="6018014" y="3454400"/>
                </a:lnTo>
                <a:lnTo>
                  <a:pt x="6169768" y="3454400"/>
                </a:lnTo>
                <a:lnTo>
                  <a:pt x="6175926" y="3429000"/>
                </a:lnTo>
                <a:lnTo>
                  <a:pt x="6174841" y="3429000"/>
                </a:lnTo>
                <a:lnTo>
                  <a:pt x="6175204" y="3416300"/>
                </a:lnTo>
                <a:lnTo>
                  <a:pt x="6167223" y="3403600"/>
                </a:lnTo>
                <a:lnTo>
                  <a:pt x="6157517" y="3390900"/>
                </a:lnTo>
                <a:lnTo>
                  <a:pt x="6146323" y="3390900"/>
                </a:lnTo>
                <a:lnTo>
                  <a:pt x="6133876" y="3378200"/>
                </a:lnTo>
                <a:close/>
              </a:path>
              <a:path w="12192000" h="6845300">
                <a:moveTo>
                  <a:pt x="8473485" y="2514600"/>
                </a:moveTo>
                <a:lnTo>
                  <a:pt x="6363527" y="2514600"/>
                </a:lnTo>
                <a:lnTo>
                  <a:pt x="6461611" y="2540000"/>
                </a:lnTo>
                <a:lnTo>
                  <a:pt x="6512602" y="2540000"/>
                </a:lnTo>
                <a:lnTo>
                  <a:pt x="6563662" y="2552700"/>
                </a:lnTo>
                <a:lnTo>
                  <a:pt x="6665938" y="2552700"/>
                </a:lnTo>
                <a:lnTo>
                  <a:pt x="6717131" y="2565400"/>
                </a:lnTo>
                <a:lnTo>
                  <a:pt x="6870787" y="2565400"/>
                </a:lnTo>
                <a:lnTo>
                  <a:pt x="6921992" y="2578100"/>
                </a:lnTo>
                <a:lnTo>
                  <a:pt x="7023346" y="2578100"/>
                </a:lnTo>
                <a:lnTo>
                  <a:pt x="7073992" y="2590800"/>
                </a:lnTo>
                <a:lnTo>
                  <a:pt x="7124616" y="2590800"/>
                </a:lnTo>
                <a:lnTo>
                  <a:pt x="7175215" y="2603500"/>
                </a:lnTo>
                <a:lnTo>
                  <a:pt x="7225787" y="2603500"/>
                </a:lnTo>
                <a:lnTo>
                  <a:pt x="7276333" y="2616200"/>
                </a:lnTo>
                <a:lnTo>
                  <a:pt x="7326849" y="2616200"/>
                </a:lnTo>
                <a:lnTo>
                  <a:pt x="7377334" y="2628900"/>
                </a:lnTo>
                <a:lnTo>
                  <a:pt x="7427786" y="2628900"/>
                </a:lnTo>
                <a:lnTo>
                  <a:pt x="7478204" y="2641600"/>
                </a:lnTo>
                <a:lnTo>
                  <a:pt x="7526380" y="2654300"/>
                </a:lnTo>
                <a:lnTo>
                  <a:pt x="7885529" y="2654300"/>
                </a:lnTo>
                <a:lnTo>
                  <a:pt x="7933842" y="2679700"/>
                </a:lnTo>
                <a:lnTo>
                  <a:pt x="8033512" y="2679700"/>
                </a:lnTo>
                <a:lnTo>
                  <a:pt x="8083144" y="2692400"/>
                </a:lnTo>
                <a:lnTo>
                  <a:pt x="8061555" y="2730500"/>
                </a:lnTo>
                <a:lnTo>
                  <a:pt x="8027379" y="2768600"/>
                </a:lnTo>
                <a:lnTo>
                  <a:pt x="7988735" y="2781300"/>
                </a:lnTo>
                <a:lnTo>
                  <a:pt x="7953747" y="2819400"/>
                </a:lnTo>
                <a:lnTo>
                  <a:pt x="8002288" y="2832100"/>
                </a:lnTo>
                <a:lnTo>
                  <a:pt x="8049035" y="2857500"/>
                </a:lnTo>
                <a:lnTo>
                  <a:pt x="8186497" y="2895600"/>
                </a:lnTo>
                <a:lnTo>
                  <a:pt x="8275311" y="2946400"/>
                </a:lnTo>
                <a:lnTo>
                  <a:pt x="8321003" y="2971800"/>
                </a:lnTo>
                <a:lnTo>
                  <a:pt x="8331308" y="2971800"/>
                </a:lnTo>
                <a:lnTo>
                  <a:pt x="8341308" y="2984500"/>
                </a:lnTo>
                <a:lnTo>
                  <a:pt x="8349683" y="2997200"/>
                </a:lnTo>
                <a:lnTo>
                  <a:pt x="8355114" y="3009900"/>
                </a:lnTo>
                <a:lnTo>
                  <a:pt x="8369956" y="3022600"/>
                </a:lnTo>
                <a:lnTo>
                  <a:pt x="8400942" y="3048000"/>
                </a:lnTo>
                <a:lnTo>
                  <a:pt x="8442922" y="3073400"/>
                </a:lnTo>
                <a:lnTo>
                  <a:pt x="8490744" y="3111500"/>
                </a:lnTo>
                <a:lnTo>
                  <a:pt x="8539256" y="3136900"/>
                </a:lnTo>
                <a:lnTo>
                  <a:pt x="8583309" y="3175000"/>
                </a:lnTo>
                <a:lnTo>
                  <a:pt x="8617749" y="3200400"/>
                </a:lnTo>
                <a:lnTo>
                  <a:pt x="8637426" y="3225800"/>
                </a:lnTo>
                <a:lnTo>
                  <a:pt x="8637189" y="3238500"/>
                </a:lnTo>
                <a:lnTo>
                  <a:pt x="8625332" y="3251200"/>
                </a:lnTo>
                <a:lnTo>
                  <a:pt x="8612172" y="3263900"/>
                </a:lnTo>
                <a:lnTo>
                  <a:pt x="8598030" y="3276600"/>
                </a:lnTo>
                <a:lnTo>
                  <a:pt x="8583228" y="3289300"/>
                </a:lnTo>
                <a:lnTo>
                  <a:pt x="8606518" y="3314700"/>
                </a:lnTo>
                <a:lnTo>
                  <a:pt x="8631076" y="3327400"/>
                </a:lnTo>
                <a:lnTo>
                  <a:pt x="8656751" y="3340100"/>
                </a:lnTo>
                <a:lnTo>
                  <a:pt x="8683391" y="3352800"/>
                </a:lnTo>
                <a:lnTo>
                  <a:pt x="8698325" y="3352800"/>
                </a:lnTo>
                <a:lnTo>
                  <a:pt x="8703491" y="3365500"/>
                </a:lnTo>
                <a:lnTo>
                  <a:pt x="8705950" y="3378200"/>
                </a:lnTo>
                <a:lnTo>
                  <a:pt x="8704712" y="3390900"/>
                </a:lnTo>
                <a:lnTo>
                  <a:pt x="8700242" y="3390900"/>
                </a:lnTo>
                <a:lnTo>
                  <a:pt x="8693844" y="3403600"/>
                </a:lnTo>
                <a:lnTo>
                  <a:pt x="8686820" y="3403600"/>
                </a:lnTo>
                <a:lnTo>
                  <a:pt x="8677213" y="3416300"/>
                </a:lnTo>
                <a:lnTo>
                  <a:pt x="8667351" y="3416300"/>
                </a:lnTo>
                <a:lnTo>
                  <a:pt x="8656847" y="3429000"/>
                </a:lnTo>
                <a:lnTo>
                  <a:pt x="8627625" y="3429000"/>
                </a:lnTo>
                <a:lnTo>
                  <a:pt x="8613593" y="3441700"/>
                </a:lnTo>
                <a:lnTo>
                  <a:pt x="8601660" y="3467100"/>
                </a:lnTo>
                <a:lnTo>
                  <a:pt x="8590268" y="3479800"/>
                </a:lnTo>
                <a:lnTo>
                  <a:pt x="8584820" y="3492500"/>
                </a:lnTo>
                <a:lnTo>
                  <a:pt x="8582417" y="3505200"/>
                </a:lnTo>
                <a:lnTo>
                  <a:pt x="8584481" y="3517900"/>
                </a:lnTo>
                <a:lnTo>
                  <a:pt x="10497187" y="3517900"/>
                </a:lnTo>
                <a:lnTo>
                  <a:pt x="10457059" y="3505200"/>
                </a:lnTo>
                <a:lnTo>
                  <a:pt x="10415669" y="3505200"/>
                </a:lnTo>
                <a:lnTo>
                  <a:pt x="10373086" y="3492500"/>
                </a:lnTo>
                <a:lnTo>
                  <a:pt x="10284617" y="3492500"/>
                </a:lnTo>
                <a:lnTo>
                  <a:pt x="10192203" y="3467100"/>
                </a:lnTo>
                <a:lnTo>
                  <a:pt x="10144689" y="3467100"/>
                </a:lnTo>
                <a:lnTo>
                  <a:pt x="10047393" y="3441700"/>
                </a:lnTo>
                <a:lnTo>
                  <a:pt x="9997747" y="3441700"/>
                </a:lnTo>
                <a:lnTo>
                  <a:pt x="9794131" y="3390900"/>
                </a:lnTo>
                <a:lnTo>
                  <a:pt x="9742312" y="3365500"/>
                </a:lnTo>
                <a:lnTo>
                  <a:pt x="9585766" y="3327400"/>
                </a:lnTo>
                <a:lnTo>
                  <a:pt x="9481181" y="3276600"/>
                </a:lnTo>
                <a:lnTo>
                  <a:pt x="9429030" y="3263900"/>
                </a:lnTo>
                <a:lnTo>
                  <a:pt x="9172437" y="3136900"/>
                </a:lnTo>
                <a:lnTo>
                  <a:pt x="9073031" y="3086100"/>
                </a:lnTo>
                <a:lnTo>
                  <a:pt x="9024296" y="3048000"/>
                </a:lnTo>
                <a:lnTo>
                  <a:pt x="8976298" y="3022600"/>
                </a:lnTo>
                <a:lnTo>
                  <a:pt x="8929107" y="2984500"/>
                </a:lnTo>
                <a:lnTo>
                  <a:pt x="8882790" y="2959100"/>
                </a:lnTo>
                <a:lnTo>
                  <a:pt x="8837418" y="2921000"/>
                </a:lnTo>
                <a:lnTo>
                  <a:pt x="8793059" y="2882900"/>
                </a:lnTo>
                <a:lnTo>
                  <a:pt x="8749782" y="2844800"/>
                </a:lnTo>
                <a:lnTo>
                  <a:pt x="8707655" y="2794000"/>
                </a:lnTo>
                <a:lnTo>
                  <a:pt x="8666749" y="2755900"/>
                </a:lnTo>
                <a:lnTo>
                  <a:pt x="8627131" y="2717800"/>
                </a:lnTo>
                <a:lnTo>
                  <a:pt x="8588871" y="2667000"/>
                </a:lnTo>
                <a:lnTo>
                  <a:pt x="8552037" y="2616200"/>
                </a:lnTo>
                <a:lnTo>
                  <a:pt x="8516700" y="2578100"/>
                </a:lnTo>
                <a:lnTo>
                  <a:pt x="8482926" y="2527300"/>
                </a:lnTo>
                <a:lnTo>
                  <a:pt x="8473485" y="2514600"/>
                </a:lnTo>
                <a:close/>
              </a:path>
              <a:path w="12192000" h="6845300">
                <a:moveTo>
                  <a:pt x="6169768" y="3454400"/>
                </a:moveTo>
                <a:lnTo>
                  <a:pt x="6094607" y="3454400"/>
                </a:lnTo>
                <a:lnTo>
                  <a:pt x="6119619" y="3467100"/>
                </a:lnTo>
                <a:lnTo>
                  <a:pt x="6157112" y="3467100"/>
                </a:lnTo>
                <a:lnTo>
                  <a:pt x="6169768" y="3454400"/>
                </a:lnTo>
                <a:close/>
              </a:path>
              <a:path w="12192000" h="6845300">
                <a:moveTo>
                  <a:pt x="6108249" y="3251200"/>
                </a:moveTo>
                <a:lnTo>
                  <a:pt x="6068794" y="3251200"/>
                </a:lnTo>
                <a:lnTo>
                  <a:pt x="6080030" y="3263900"/>
                </a:lnTo>
                <a:lnTo>
                  <a:pt x="6108249" y="3263900"/>
                </a:lnTo>
                <a:lnTo>
                  <a:pt x="6108249" y="3251200"/>
                </a:lnTo>
                <a:close/>
              </a:path>
              <a:path w="12192000" h="6845300">
                <a:moveTo>
                  <a:pt x="5996719" y="3073400"/>
                </a:moveTo>
                <a:lnTo>
                  <a:pt x="5979935" y="3073400"/>
                </a:lnTo>
                <a:lnTo>
                  <a:pt x="5987921" y="3086100"/>
                </a:lnTo>
                <a:lnTo>
                  <a:pt x="5996719" y="3073400"/>
                </a:lnTo>
                <a:close/>
              </a:path>
              <a:path w="12192000" h="6845300">
                <a:moveTo>
                  <a:pt x="5860281" y="2755900"/>
                </a:moveTo>
                <a:lnTo>
                  <a:pt x="5809591" y="2755900"/>
                </a:lnTo>
                <a:lnTo>
                  <a:pt x="5833049" y="2768600"/>
                </a:lnTo>
                <a:lnTo>
                  <a:pt x="5855408" y="2781300"/>
                </a:lnTo>
                <a:lnTo>
                  <a:pt x="5872818" y="2794000"/>
                </a:lnTo>
                <a:lnTo>
                  <a:pt x="5910075" y="2794000"/>
                </a:lnTo>
                <a:lnTo>
                  <a:pt x="5931749" y="2781300"/>
                </a:lnTo>
                <a:lnTo>
                  <a:pt x="5911877" y="2768600"/>
                </a:lnTo>
                <a:lnTo>
                  <a:pt x="5876803" y="2768600"/>
                </a:lnTo>
                <a:lnTo>
                  <a:pt x="5860281" y="2755900"/>
                </a:lnTo>
                <a:close/>
              </a:path>
              <a:path w="12192000" h="6845300">
                <a:moveTo>
                  <a:pt x="5868471" y="2743200"/>
                </a:moveTo>
                <a:lnTo>
                  <a:pt x="5534100" y="2743200"/>
                </a:lnTo>
                <a:lnTo>
                  <a:pt x="5627465" y="2768600"/>
                </a:lnTo>
                <a:lnTo>
                  <a:pt x="5696943" y="2768600"/>
                </a:lnTo>
                <a:lnTo>
                  <a:pt x="5719604" y="2781300"/>
                </a:lnTo>
                <a:lnTo>
                  <a:pt x="5742941" y="2781300"/>
                </a:lnTo>
                <a:lnTo>
                  <a:pt x="5767701" y="2768600"/>
                </a:lnTo>
                <a:lnTo>
                  <a:pt x="5787114" y="2755900"/>
                </a:lnTo>
                <a:lnTo>
                  <a:pt x="5857008" y="2755900"/>
                </a:lnTo>
                <a:lnTo>
                  <a:pt x="5868471" y="2743200"/>
                </a:lnTo>
                <a:close/>
              </a:path>
              <a:path w="12192000" h="6845300">
                <a:moveTo>
                  <a:pt x="5920274" y="2730500"/>
                </a:moveTo>
                <a:lnTo>
                  <a:pt x="5447161" y="2730500"/>
                </a:lnTo>
                <a:lnTo>
                  <a:pt x="5467941" y="2743200"/>
                </a:lnTo>
                <a:lnTo>
                  <a:pt x="5905760" y="2743200"/>
                </a:lnTo>
                <a:lnTo>
                  <a:pt x="5920274" y="2730500"/>
                </a:lnTo>
                <a:close/>
              </a:path>
              <a:path w="12192000" h="6845300">
                <a:moveTo>
                  <a:pt x="6048620" y="2692400"/>
                </a:moveTo>
                <a:lnTo>
                  <a:pt x="6022140" y="2692400"/>
                </a:lnTo>
                <a:lnTo>
                  <a:pt x="6051943" y="2705100"/>
                </a:lnTo>
                <a:lnTo>
                  <a:pt x="6048620" y="2692400"/>
                </a:lnTo>
                <a:close/>
              </a:path>
              <a:path w="12192000" h="6845300">
                <a:moveTo>
                  <a:pt x="7866218" y="2654300"/>
                </a:moveTo>
                <a:lnTo>
                  <a:pt x="7574666" y="2654300"/>
                </a:lnTo>
                <a:lnTo>
                  <a:pt x="7623054" y="2667000"/>
                </a:lnTo>
                <a:lnTo>
                  <a:pt x="7817450" y="2667000"/>
                </a:lnTo>
                <a:lnTo>
                  <a:pt x="7866218" y="2654300"/>
                </a:lnTo>
                <a:close/>
              </a:path>
              <a:path w="12192000" h="6845300">
                <a:moveTo>
                  <a:pt x="6027181" y="2565400"/>
                </a:moveTo>
                <a:lnTo>
                  <a:pt x="5936260" y="2565400"/>
                </a:lnTo>
                <a:lnTo>
                  <a:pt x="5993041" y="2590800"/>
                </a:lnTo>
                <a:lnTo>
                  <a:pt x="6070351" y="2590800"/>
                </a:lnTo>
                <a:lnTo>
                  <a:pt x="6027181" y="2565400"/>
                </a:lnTo>
                <a:close/>
              </a:path>
              <a:path w="12192000" h="6845300">
                <a:moveTo>
                  <a:pt x="5982574" y="2489200"/>
                </a:moveTo>
                <a:lnTo>
                  <a:pt x="5857575" y="2489200"/>
                </a:lnTo>
                <a:lnTo>
                  <a:pt x="5901533" y="2501900"/>
                </a:lnTo>
                <a:lnTo>
                  <a:pt x="5995204" y="2514600"/>
                </a:lnTo>
                <a:lnTo>
                  <a:pt x="6047792" y="2527300"/>
                </a:lnTo>
                <a:lnTo>
                  <a:pt x="6014396" y="2501900"/>
                </a:lnTo>
                <a:lnTo>
                  <a:pt x="5982574" y="2489200"/>
                </a:lnTo>
                <a:close/>
              </a:path>
              <a:path w="12192000" h="6845300">
                <a:moveTo>
                  <a:pt x="8431433" y="2451100"/>
                </a:moveTo>
                <a:lnTo>
                  <a:pt x="5971452" y="2451100"/>
                </a:lnTo>
                <a:lnTo>
                  <a:pt x="6069449" y="2476500"/>
                </a:lnTo>
                <a:lnTo>
                  <a:pt x="6118451" y="2476500"/>
                </a:lnTo>
                <a:lnTo>
                  <a:pt x="6216464" y="2501900"/>
                </a:lnTo>
                <a:lnTo>
                  <a:pt x="6265478" y="2501900"/>
                </a:lnTo>
                <a:lnTo>
                  <a:pt x="6314499" y="2514600"/>
                </a:lnTo>
                <a:lnTo>
                  <a:pt x="8464511" y="2514600"/>
                </a:lnTo>
                <a:lnTo>
                  <a:pt x="8457052" y="2501900"/>
                </a:lnTo>
                <a:lnTo>
                  <a:pt x="8452157" y="2489200"/>
                </a:lnTo>
                <a:lnTo>
                  <a:pt x="8431433" y="2451100"/>
                </a:lnTo>
                <a:close/>
              </a:path>
              <a:path w="12192000" h="6845300">
                <a:moveTo>
                  <a:pt x="7794306" y="1460500"/>
                </a:moveTo>
                <a:lnTo>
                  <a:pt x="7774880" y="1460500"/>
                </a:lnTo>
                <a:lnTo>
                  <a:pt x="7731826" y="1485900"/>
                </a:lnTo>
                <a:lnTo>
                  <a:pt x="7798812" y="1485900"/>
                </a:lnTo>
                <a:lnTo>
                  <a:pt x="7796997" y="1473200"/>
                </a:lnTo>
                <a:lnTo>
                  <a:pt x="7794306" y="1460500"/>
                </a:lnTo>
                <a:close/>
              </a:path>
            </a:pathLst>
          </a:custGeom>
          <a:solidFill>
            <a:srgbClr val="E7E6E6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50107" y="1516380"/>
            <a:ext cx="238887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Octopuses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050107" y="2706623"/>
            <a:ext cx="3924935" cy="3332479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241300" marR="5080" indent="-228600">
              <a:lnSpc>
                <a:spcPct val="89400"/>
              </a:lnSpc>
              <a:spcBef>
                <a:spcPts val="3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case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octopuses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especially interesting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because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they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are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very</a:t>
            </a:r>
            <a:r>
              <a:rPr dirty="0" sz="1700" spc="50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different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from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i="1">
                <a:latin typeface="Calibri"/>
                <a:cs typeface="Calibri"/>
              </a:rPr>
              <a:t>yet</a:t>
            </a:r>
            <a:r>
              <a:rPr dirty="0" sz="1700" spc="-45" i="1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exhibit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complex </a:t>
            </a:r>
            <a:r>
              <a:rPr dirty="0" sz="1700">
                <a:latin typeface="Calibri"/>
                <a:cs typeface="Calibri"/>
              </a:rPr>
              <a:t>behaviour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that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suggests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some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intelligence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consciousness.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700">
                <a:latin typeface="Calibri"/>
                <a:cs typeface="Calibri"/>
              </a:rPr>
              <a:t>How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different?</a:t>
            </a:r>
            <a:endParaRPr sz="1700">
              <a:latin typeface="Calibri"/>
              <a:cs typeface="Calibri"/>
            </a:endParaRPr>
          </a:p>
          <a:p>
            <a:pPr lvl="1" marL="698500" marR="331470" indent="-228600">
              <a:lnSpc>
                <a:spcPct val="89800"/>
              </a:lnSpc>
              <a:spcBef>
                <a:spcPts val="47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700">
                <a:latin typeface="Calibri"/>
                <a:cs typeface="Calibri"/>
              </a:rPr>
              <a:t>Our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last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common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ancestor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50">
                <a:latin typeface="Calibri"/>
                <a:cs typeface="Calibri"/>
              </a:rPr>
              <a:t>a </a:t>
            </a:r>
            <a:r>
              <a:rPr dirty="0" sz="1700">
                <a:latin typeface="Calibri"/>
                <a:cs typeface="Calibri"/>
              </a:rPr>
              <a:t>simple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flatworm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that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existed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750 </a:t>
            </a:r>
            <a:r>
              <a:rPr dirty="0" sz="1700">
                <a:latin typeface="Calibri"/>
                <a:cs typeface="Calibri"/>
              </a:rPr>
              <a:t>million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years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ago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(well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before dinosaurs).</a:t>
            </a:r>
            <a:endParaRPr sz="1700">
              <a:latin typeface="Calibri"/>
              <a:cs typeface="Calibri"/>
            </a:endParaRPr>
          </a:p>
          <a:p>
            <a:pPr algn="just" lvl="1" marL="698500" marR="273050" indent="-228600">
              <a:lnSpc>
                <a:spcPct val="90600"/>
              </a:lnSpc>
              <a:spcBef>
                <a:spcPts val="45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700">
                <a:latin typeface="Calibri"/>
                <a:cs typeface="Calibri"/>
              </a:rPr>
              <a:t>Most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their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neurons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are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their </a:t>
            </a:r>
            <a:r>
              <a:rPr dirty="0" sz="1700" spc="-10">
                <a:latin typeface="Calibri"/>
                <a:cs typeface="Calibri"/>
              </a:rPr>
              <a:t>tentacles,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which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seems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behave </a:t>
            </a:r>
            <a:r>
              <a:rPr dirty="0" sz="1700">
                <a:latin typeface="Calibri"/>
                <a:cs typeface="Calibri"/>
              </a:rPr>
              <a:t>somewhat</a:t>
            </a:r>
            <a:r>
              <a:rPr dirty="0" sz="1700" spc="-8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independently.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410002" y="499872"/>
            <a:ext cx="5382895" cy="4707890"/>
            <a:chOff x="6410002" y="499872"/>
            <a:chExt cx="5382895" cy="470789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09304" y="499872"/>
              <a:ext cx="2883407" cy="216407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10002" y="3352643"/>
              <a:ext cx="1743397" cy="1854677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7472045" cy="6858000"/>
          </a:xfrm>
          <a:custGeom>
            <a:avLst/>
            <a:gdLst/>
            <a:ahLst/>
            <a:cxnLst/>
            <a:rect l="l" t="t" r="r" b="b"/>
            <a:pathLst>
              <a:path w="7472045" h="6858000">
                <a:moveTo>
                  <a:pt x="5525487" y="0"/>
                </a:moveTo>
                <a:lnTo>
                  <a:pt x="0" y="0"/>
                </a:lnTo>
                <a:lnTo>
                  <a:pt x="0" y="6857999"/>
                </a:lnTo>
                <a:lnTo>
                  <a:pt x="6239714" y="6857999"/>
                </a:lnTo>
                <a:lnTo>
                  <a:pt x="6193229" y="6844362"/>
                </a:lnTo>
                <a:lnTo>
                  <a:pt x="6146993" y="6830265"/>
                </a:lnTo>
                <a:lnTo>
                  <a:pt x="6008953" y="6787310"/>
                </a:lnTo>
                <a:lnTo>
                  <a:pt x="5962884" y="6773464"/>
                </a:lnTo>
                <a:lnTo>
                  <a:pt x="5916648" y="6760201"/>
                </a:lnTo>
                <a:lnTo>
                  <a:pt x="5870163" y="6747731"/>
                </a:lnTo>
                <a:lnTo>
                  <a:pt x="5883488" y="6728334"/>
                </a:lnTo>
                <a:lnTo>
                  <a:pt x="5896814" y="6720608"/>
                </a:lnTo>
                <a:lnTo>
                  <a:pt x="5910139" y="6720219"/>
                </a:lnTo>
                <a:lnTo>
                  <a:pt x="5923465" y="6722831"/>
                </a:lnTo>
                <a:lnTo>
                  <a:pt x="5977012" y="6729797"/>
                </a:lnTo>
                <a:lnTo>
                  <a:pt x="6030855" y="6737060"/>
                </a:lnTo>
                <a:lnTo>
                  <a:pt x="6084698" y="6745508"/>
                </a:lnTo>
                <a:lnTo>
                  <a:pt x="6138245" y="6756031"/>
                </a:lnTo>
                <a:lnTo>
                  <a:pt x="6191201" y="6769518"/>
                </a:lnTo>
                <a:lnTo>
                  <a:pt x="6243267" y="6786859"/>
                </a:lnTo>
                <a:lnTo>
                  <a:pt x="6262256" y="6790582"/>
                </a:lnTo>
                <a:lnTo>
                  <a:pt x="6280578" y="6789971"/>
                </a:lnTo>
                <a:lnTo>
                  <a:pt x="6296234" y="6783357"/>
                </a:lnTo>
                <a:lnTo>
                  <a:pt x="6307227" y="6769073"/>
                </a:lnTo>
                <a:lnTo>
                  <a:pt x="6313224" y="6744896"/>
                </a:lnTo>
                <a:lnTo>
                  <a:pt x="6307228" y="6725054"/>
                </a:lnTo>
                <a:lnTo>
                  <a:pt x="6275247" y="6694375"/>
                </a:lnTo>
                <a:lnTo>
                  <a:pt x="6207289" y="6669475"/>
                </a:lnTo>
                <a:lnTo>
                  <a:pt x="6136666" y="6665919"/>
                </a:lnTo>
                <a:lnTo>
                  <a:pt x="6078167" y="6654210"/>
                </a:lnTo>
                <a:lnTo>
                  <a:pt x="6029934" y="6636276"/>
                </a:lnTo>
                <a:lnTo>
                  <a:pt x="5990978" y="6611229"/>
                </a:lnTo>
                <a:lnTo>
                  <a:pt x="5960314" y="6578178"/>
                </a:lnTo>
                <a:lnTo>
                  <a:pt x="5936954" y="6536234"/>
                </a:lnTo>
                <a:lnTo>
                  <a:pt x="5919911" y="6484509"/>
                </a:lnTo>
                <a:lnTo>
                  <a:pt x="5967110" y="6498571"/>
                </a:lnTo>
                <a:lnTo>
                  <a:pt x="6014246" y="6503362"/>
                </a:lnTo>
                <a:lnTo>
                  <a:pt x="6061258" y="6502242"/>
                </a:lnTo>
                <a:lnTo>
                  <a:pt x="6108084" y="6498571"/>
                </a:lnTo>
                <a:lnTo>
                  <a:pt x="6154661" y="6495709"/>
                </a:lnTo>
                <a:lnTo>
                  <a:pt x="6200927" y="6497016"/>
                </a:lnTo>
                <a:lnTo>
                  <a:pt x="6246821" y="6505852"/>
                </a:lnTo>
                <a:lnTo>
                  <a:pt x="6269695" y="6507685"/>
                </a:lnTo>
                <a:lnTo>
                  <a:pt x="6291238" y="6501849"/>
                </a:lnTo>
                <a:lnTo>
                  <a:pt x="6304785" y="6487343"/>
                </a:lnTo>
                <a:lnTo>
                  <a:pt x="6303675" y="6463167"/>
                </a:lnTo>
                <a:lnTo>
                  <a:pt x="6278357" y="6418703"/>
                </a:lnTo>
                <a:lnTo>
                  <a:pt x="6285186" y="6407143"/>
                </a:lnTo>
                <a:lnTo>
                  <a:pt x="6324994" y="6406253"/>
                </a:lnTo>
                <a:lnTo>
                  <a:pt x="6362971" y="6415702"/>
                </a:lnTo>
                <a:lnTo>
                  <a:pt x="6406944" y="6465278"/>
                </a:lnTo>
                <a:lnTo>
                  <a:pt x="6420935" y="6498737"/>
                </a:lnTo>
                <a:lnTo>
                  <a:pt x="6435704" y="6515133"/>
                </a:lnTo>
                <a:lnTo>
                  <a:pt x="6456469" y="6525859"/>
                </a:lnTo>
                <a:lnTo>
                  <a:pt x="6479899" y="6529249"/>
                </a:lnTo>
                <a:lnTo>
                  <a:pt x="6502664" y="6523636"/>
                </a:lnTo>
                <a:lnTo>
                  <a:pt x="6521541" y="6508852"/>
                </a:lnTo>
                <a:lnTo>
                  <a:pt x="6528425" y="6488066"/>
                </a:lnTo>
                <a:lnTo>
                  <a:pt x="6528647" y="6464612"/>
                </a:lnTo>
                <a:lnTo>
                  <a:pt x="6527536" y="6441824"/>
                </a:lnTo>
                <a:lnTo>
                  <a:pt x="6510214" y="6381354"/>
                </a:lnTo>
                <a:lnTo>
                  <a:pt x="6452916" y="6352898"/>
                </a:lnTo>
                <a:lnTo>
                  <a:pt x="6407333" y="6341559"/>
                </a:lnTo>
                <a:lnTo>
                  <a:pt x="6360084" y="6328887"/>
                </a:lnTo>
                <a:lnTo>
                  <a:pt x="6253928" y="6299541"/>
                </a:lnTo>
                <a:lnTo>
                  <a:pt x="6314224" y="6280534"/>
                </a:lnTo>
                <a:lnTo>
                  <a:pt x="6368523" y="6275531"/>
                </a:lnTo>
                <a:lnTo>
                  <a:pt x="6418825" y="6282534"/>
                </a:lnTo>
                <a:lnTo>
                  <a:pt x="6467129" y="6299541"/>
                </a:lnTo>
                <a:lnTo>
                  <a:pt x="6516507" y="6319290"/>
                </a:lnTo>
                <a:lnTo>
                  <a:pt x="6568784" y="6337161"/>
                </a:lnTo>
                <a:lnTo>
                  <a:pt x="6620891" y="6348715"/>
                </a:lnTo>
                <a:lnTo>
                  <a:pt x="6669757" y="6349511"/>
                </a:lnTo>
                <a:lnTo>
                  <a:pt x="6712311" y="6335112"/>
                </a:lnTo>
                <a:lnTo>
                  <a:pt x="6758916" y="6313819"/>
                </a:lnTo>
                <a:lnTo>
                  <a:pt x="6803251" y="6304680"/>
                </a:lnTo>
                <a:lnTo>
                  <a:pt x="6846007" y="6304433"/>
                </a:lnTo>
                <a:lnTo>
                  <a:pt x="6887874" y="6309818"/>
                </a:lnTo>
                <a:lnTo>
                  <a:pt x="6929544" y="6317574"/>
                </a:lnTo>
                <a:lnTo>
                  <a:pt x="6971708" y="6324442"/>
                </a:lnTo>
                <a:lnTo>
                  <a:pt x="7021060" y="6331917"/>
                </a:lnTo>
                <a:lnTo>
                  <a:pt x="7074755" y="6348419"/>
                </a:lnTo>
                <a:lnTo>
                  <a:pt x="7100024" y="6365623"/>
                </a:lnTo>
                <a:lnTo>
                  <a:pt x="7113842" y="6373977"/>
                </a:lnTo>
                <a:lnTo>
                  <a:pt x="7134767" y="6381891"/>
                </a:lnTo>
                <a:lnTo>
                  <a:pt x="7167537" y="6389161"/>
                </a:lnTo>
                <a:lnTo>
                  <a:pt x="7216890" y="6395582"/>
                </a:lnTo>
                <a:lnTo>
                  <a:pt x="7260156" y="6401700"/>
                </a:lnTo>
                <a:lnTo>
                  <a:pt x="7305469" y="6408672"/>
                </a:lnTo>
                <a:lnTo>
                  <a:pt x="7354022" y="6412229"/>
                </a:lnTo>
                <a:lnTo>
                  <a:pt x="7407009" y="6408104"/>
                </a:lnTo>
                <a:lnTo>
                  <a:pt x="7465626" y="6392026"/>
                </a:lnTo>
                <a:lnTo>
                  <a:pt x="7408684" y="6367351"/>
                </a:lnTo>
                <a:lnTo>
                  <a:pt x="7354106" y="6344761"/>
                </a:lnTo>
                <a:lnTo>
                  <a:pt x="7301699" y="6324046"/>
                </a:lnTo>
                <a:lnTo>
                  <a:pt x="7251272" y="6304993"/>
                </a:lnTo>
                <a:lnTo>
                  <a:pt x="7202634" y="6287392"/>
                </a:lnTo>
                <a:lnTo>
                  <a:pt x="7155594" y="6271030"/>
                </a:lnTo>
                <a:lnTo>
                  <a:pt x="7109961" y="6255696"/>
                </a:lnTo>
                <a:lnTo>
                  <a:pt x="7065543" y="6241180"/>
                </a:lnTo>
                <a:lnTo>
                  <a:pt x="6896198" y="6187050"/>
                </a:lnTo>
                <a:lnTo>
                  <a:pt x="6854988" y="6173444"/>
                </a:lnTo>
                <a:lnTo>
                  <a:pt x="6813846" y="6159386"/>
                </a:lnTo>
                <a:lnTo>
                  <a:pt x="6772580" y="6144664"/>
                </a:lnTo>
                <a:lnTo>
                  <a:pt x="6731000" y="6129067"/>
                </a:lnTo>
                <a:lnTo>
                  <a:pt x="6688913" y="6112382"/>
                </a:lnTo>
                <a:lnTo>
                  <a:pt x="6646130" y="6094400"/>
                </a:lnTo>
                <a:lnTo>
                  <a:pt x="6602458" y="6074907"/>
                </a:lnTo>
                <a:lnTo>
                  <a:pt x="6557707" y="6053693"/>
                </a:lnTo>
                <a:lnTo>
                  <a:pt x="6511685" y="6030547"/>
                </a:lnTo>
                <a:lnTo>
                  <a:pt x="6464201" y="6005255"/>
                </a:lnTo>
                <a:lnTo>
                  <a:pt x="6415063" y="5977608"/>
                </a:lnTo>
                <a:lnTo>
                  <a:pt x="6364081" y="5947393"/>
                </a:lnTo>
                <a:lnTo>
                  <a:pt x="6377407" y="5934722"/>
                </a:lnTo>
                <a:lnTo>
                  <a:pt x="6390732" y="5931387"/>
                </a:lnTo>
                <a:lnTo>
                  <a:pt x="6404057" y="5933388"/>
                </a:lnTo>
                <a:lnTo>
                  <a:pt x="6417382" y="5936723"/>
                </a:lnTo>
                <a:lnTo>
                  <a:pt x="6439480" y="5940280"/>
                </a:lnTo>
                <a:lnTo>
                  <a:pt x="6460911" y="5941169"/>
                </a:lnTo>
                <a:lnTo>
                  <a:pt x="6478345" y="5932721"/>
                </a:lnTo>
                <a:lnTo>
                  <a:pt x="6488450" y="5908267"/>
                </a:lnTo>
                <a:lnTo>
                  <a:pt x="6486617" y="5884868"/>
                </a:lnTo>
                <a:lnTo>
                  <a:pt x="6476457" y="5867805"/>
                </a:lnTo>
                <a:lnTo>
                  <a:pt x="6458968" y="5856744"/>
                </a:lnTo>
                <a:lnTo>
                  <a:pt x="6435149" y="5851353"/>
                </a:lnTo>
                <a:lnTo>
                  <a:pt x="6384464" y="5841472"/>
                </a:lnTo>
                <a:lnTo>
                  <a:pt x="6335260" y="5826848"/>
                </a:lnTo>
                <a:lnTo>
                  <a:pt x="6287240" y="5808668"/>
                </a:lnTo>
                <a:lnTo>
                  <a:pt x="6240109" y="5788116"/>
                </a:lnTo>
                <a:lnTo>
                  <a:pt x="6147326" y="5744641"/>
                </a:lnTo>
                <a:lnTo>
                  <a:pt x="6089140" y="5708626"/>
                </a:lnTo>
                <a:lnTo>
                  <a:pt x="6073872" y="5679114"/>
                </a:lnTo>
                <a:lnTo>
                  <a:pt x="6076260" y="5637930"/>
                </a:lnTo>
                <a:lnTo>
                  <a:pt x="6101133" y="5631594"/>
                </a:lnTo>
                <a:lnTo>
                  <a:pt x="6123341" y="5635262"/>
                </a:lnTo>
                <a:lnTo>
                  <a:pt x="6144217" y="5642932"/>
                </a:lnTo>
                <a:lnTo>
                  <a:pt x="6165094" y="5648601"/>
                </a:lnTo>
                <a:lnTo>
                  <a:pt x="6191799" y="5648268"/>
                </a:lnTo>
                <a:lnTo>
                  <a:pt x="6221503" y="5643265"/>
                </a:lnTo>
                <a:lnTo>
                  <a:pt x="6242546" y="5635596"/>
                </a:lnTo>
                <a:lnTo>
                  <a:pt x="6243267" y="5627259"/>
                </a:lnTo>
                <a:lnTo>
                  <a:pt x="6220983" y="5607451"/>
                </a:lnTo>
                <a:lnTo>
                  <a:pt x="6218590" y="5583350"/>
                </a:lnTo>
                <a:lnTo>
                  <a:pt x="6227697" y="5557632"/>
                </a:lnTo>
                <a:lnTo>
                  <a:pt x="6239911" y="5532971"/>
                </a:lnTo>
                <a:lnTo>
                  <a:pt x="6246842" y="5512043"/>
                </a:lnTo>
                <a:lnTo>
                  <a:pt x="6240098" y="5497525"/>
                </a:lnTo>
                <a:lnTo>
                  <a:pt x="6211287" y="5492090"/>
                </a:lnTo>
                <a:lnTo>
                  <a:pt x="6164347" y="5487306"/>
                </a:lnTo>
                <a:lnTo>
                  <a:pt x="6121032" y="5474305"/>
                </a:lnTo>
                <a:lnTo>
                  <a:pt x="6080487" y="5455115"/>
                </a:lnTo>
                <a:lnTo>
                  <a:pt x="6041862" y="5431763"/>
                </a:lnTo>
                <a:lnTo>
                  <a:pt x="5966957" y="5380683"/>
                </a:lnTo>
                <a:lnTo>
                  <a:pt x="5928971" y="5357011"/>
                </a:lnTo>
                <a:lnTo>
                  <a:pt x="5889494" y="5337287"/>
                </a:lnTo>
                <a:lnTo>
                  <a:pt x="5847671" y="5323539"/>
                </a:lnTo>
                <a:lnTo>
                  <a:pt x="5802650" y="5317794"/>
                </a:lnTo>
                <a:lnTo>
                  <a:pt x="5786604" y="5312403"/>
                </a:lnTo>
                <a:lnTo>
                  <a:pt x="5775556" y="5298675"/>
                </a:lnTo>
                <a:lnTo>
                  <a:pt x="5769171" y="5280279"/>
                </a:lnTo>
                <a:lnTo>
                  <a:pt x="5767116" y="5260882"/>
                </a:lnTo>
                <a:lnTo>
                  <a:pt x="5771391" y="5241763"/>
                </a:lnTo>
                <a:lnTo>
                  <a:pt x="5782662" y="5230647"/>
                </a:lnTo>
                <a:lnTo>
                  <a:pt x="5798597" y="5224867"/>
                </a:lnTo>
                <a:lnTo>
                  <a:pt x="5816864" y="5221756"/>
                </a:lnTo>
                <a:lnTo>
                  <a:pt x="5846900" y="5225423"/>
                </a:lnTo>
                <a:lnTo>
                  <a:pt x="5878603" y="5232426"/>
                </a:lnTo>
                <a:lnTo>
                  <a:pt x="5912304" y="5228758"/>
                </a:lnTo>
                <a:lnTo>
                  <a:pt x="5948338" y="5200413"/>
                </a:lnTo>
                <a:lnTo>
                  <a:pt x="5902325" y="5182232"/>
                </a:lnTo>
                <a:lnTo>
                  <a:pt x="5858582" y="5161680"/>
                </a:lnTo>
                <a:lnTo>
                  <a:pt x="5819972" y="5136386"/>
                </a:lnTo>
                <a:lnTo>
                  <a:pt x="5789358" y="5103977"/>
                </a:lnTo>
                <a:lnTo>
                  <a:pt x="5769600" y="5062082"/>
                </a:lnTo>
                <a:lnTo>
                  <a:pt x="5763563" y="5008331"/>
                </a:lnTo>
                <a:lnTo>
                  <a:pt x="5757011" y="4987489"/>
                </a:lnTo>
                <a:lnTo>
                  <a:pt x="5740466" y="4972316"/>
                </a:lnTo>
                <a:lnTo>
                  <a:pt x="5718590" y="4961812"/>
                </a:lnTo>
                <a:lnTo>
                  <a:pt x="5696048" y="4954976"/>
                </a:lnTo>
                <a:lnTo>
                  <a:pt x="5660737" y="4942693"/>
                </a:lnTo>
                <a:lnTo>
                  <a:pt x="5629423" y="4926075"/>
                </a:lnTo>
                <a:lnTo>
                  <a:pt x="5602106" y="4903454"/>
                </a:lnTo>
                <a:lnTo>
                  <a:pt x="5578787" y="4873163"/>
                </a:lnTo>
                <a:lnTo>
                  <a:pt x="5578787" y="4844707"/>
                </a:lnTo>
                <a:lnTo>
                  <a:pt x="5590272" y="4791408"/>
                </a:lnTo>
                <a:lnTo>
                  <a:pt x="5614378" y="4760647"/>
                </a:lnTo>
                <a:lnTo>
                  <a:pt x="5648377" y="4747642"/>
                </a:lnTo>
                <a:lnTo>
                  <a:pt x="5689539" y="4747614"/>
                </a:lnTo>
                <a:lnTo>
                  <a:pt x="5735135" y="4755781"/>
                </a:lnTo>
                <a:lnTo>
                  <a:pt x="5781362" y="4767753"/>
                </a:lnTo>
                <a:lnTo>
                  <a:pt x="5827787" y="4780416"/>
                </a:lnTo>
                <a:lnTo>
                  <a:pt x="5874606" y="4790906"/>
                </a:lnTo>
                <a:lnTo>
                  <a:pt x="5922017" y="4796357"/>
                </a:lnTo>
                <a:lnTo>
                  <a:pt x="5970218" y="4793903"/>
                </a:lnTo>
                <a:lnTo>
                  <a:pt x="6019406" y="4780680"/>
                </a:lnTo>
                <a:lnTo>
                  <a:pt x="5972739" y="4764573"/>
                </a:lnTo>
                <a:lnTo>
                  <a:pt x="5925341" y="4751159"/>
                </a:lnTo>
                <a:lnTo>
                  <a:pt x="5877534" y="4739444"/>
                </a:lnTo>
                <a:lnTo>
                  <a:pt x="5829639" y="4728431"/>
                </a:lnTo>
                <a:lnTo>
                  <a:pt x="5781978" y="4717126"/>
                </a:lnTo>
                <a:lnTo>
                  <a:pt x="5734873" y="4704532"/>
                </a:lnTo>
                <a:lnTo>
                  <a:pt x="5688645" y="4689655"/>
                </a:lnTo>
                <a:lnTo>
                  <a:pt x="5643616" y="4671499"/>
                </a:lnTo>
                <a:lnTo>
                  <a:pt x="5600108" y="4649068"/>
                </a:lnTo>
                <a:lnTo>
                  <a:pt x="5650911" y="4648492"/>
                </a:lnTo>
                <a:lnTo>
                  <a:pt x="5701306" y="4649740"/>
                </a:lnTo>
                <a:lnTo>
                  <a:pt x="5751321" y="4652702"/>
                </a:lnTo>
                <a:lnTo>
                  <a:pt x="5800982" y="4657271"/>
                </a:lnTo>
                <a:lnTo>
                  <a:pt x="5850317" y="4663337"/>
                </a:lnTo>
                <a:lnTo>
                  <a:pt x="5899352" y="4670792"/>
                </a:lnTo>
                <a:lnTo>
                  <a:pt x="5948116" y="4679526"/>
                </a:lnTo>
                <a:lnTo>
                  <a:pt x="5996635" y="4689430"/>
                </a:lnTo>
                <a:lnTo>
                  <a:pt x="6044936" y="4700396"/>
                </a:lnTo>
                <a:lnTo>
                  <a:pt x="6093047" y="4712315"/>
                </a:lnTo>
                <a:lnTo>
                  <a:pt x="6140995" y="4725078"/>
                </a:lnTo>
                <a:lnTo>
                  <a:pt x="6188807" y="4738576"/>
                </a:lnTo>
                <a:lnTo>
                  <a:pt x="6236510" y="4752700"/>
                </a:lnTo>
                <a:lnTo>
                  <a:pt x="6284131" y="4767341"/>
                </a:lnTo>
                <a:lnTo>
                  <a:pt x="6331698" y="4782390"/>
                </a:lnTo>
                <a:lnTo>
                  <a:pt x="6379238" y="4797739"/>
                </a:lnTo>
                <a:lnTo>
                  <a:pt x="6569670" y="4859951"/>
                </a:lnTo>
                <a:lnTo>
                  <a:pt x="6617481" y="4875164"/>
                </a:lnTo>
                <a:lnTo>
                  <a:pt x="6665429" y="4890023"/>
                </a:lnTo>
                <a:lnTo>
                  <a:pt x="6713540" y="4904419"/>
                </a:lnTo>
                <a:lnTo>
                  <a:pt x="6761841" y="4918243"/>
                </a:lnTo>
                <a:lnTo>
                  <a:pt x="6810360" y="4931387"/>
                </a:lnTo>
                <a:lnTo>
                  <a:pt x="6859124" y="4943741"/>
                </a:lnTo>
                <a:lnTo>
                  <a:pt x="6908159" y="4955197"/>
                </a:lnTo>
                <a:lnTo>
                  <a:pt x="6957494" y="4965646"/>
                </a:lnTo>
                <a:lnTo>
                  <a:pt x="6942669" y="4928354"/>
                </a:lnTo>
                <a:lnTo>
                  <a:pt x="6921516" y="4904733"/>
                </a:lnTo>
                <a:lnTo>
                  <a:pt x="6897031" y="4891116"/>
                </a:lnTo>
                <a:lnTo>
                  <a:pt x="6821656" y="4868636"/>
                </a:lnTo>
                <a:lnTo>
                  <a:pt x="6772207" y="4851025"/>
                </a:lnTo>
                <a:lnTo>
                  <a:pt x="6723696" y="4831365"/>
                </a:lnTo>
                <a:lnTo>
                  <a:pt x="6675954" y="4810019"/>
                </a:lnTo>
                <a:lnTo>
                  <a:pt x="6628808" y="4787350"/>
                </a:lnTo>
                <a:lnTo>
                  <a:pt x="6582088" y="4763720"/>
                </a:lnTo>
                <a:lnTo>
                  <a:pt x="6442782" y="4690697"/>
                </a:lnTo>
                <a:lnTo>
                  <a:pt x="6396062" y="4666855"/>
                </a:lnTo>
                <a:lnTo>
                  <a:pt x="6351478" y="4641733"/>
                </a:lnTo>
                <a:lnTo>
                  <a:pt x="6313890" y="4612609"/>
                </a:lnTo>
                <a:lnTo>
                  <a:pt x="6283631" y="4576816"/>
                </a:lnTo>
                <a:lnTo>
                  <a:pt x="6261035" y="4531686"/>
                </a:lnTo>
                <a:lnTo>
                  <a:pt x="6240825" y="4490502"/>
                </a:lnTo>
                <a:lnTo>
                  <a:pt x="6211287" y="4463658"/>
                </a:lnTo>
                <a:lnTo>
                  <a:pt x="6171089" y="4452153"/>
                </a:lnTo>
                <a:lnTo>
                  <a:pt x="6118899" y="4456988"/>
                </a:lnTo>
                <a:lnTo>
                  <a:pt x="6070317" y="4463991"/>
                </a:lnTo>
                <a:lnTo>
                  <a:pt x="6020737" y="4464991"/>
                </a:lnTo>
                <a:lnTo>
                  <a:pt x="5970491" y="4461990"/>
                </a:lnTo>
                <a:lnTo>
                  <a:pt x="5919911" y="4456988"/>
                </a:lnTo>
                <a:lnTo>
                  <a:pt x="5874769" y="4445805"/>
                </a:lnTo>
                <a:lnTo>
                  <a:pt x="5832527" y="4423865"/>
                </a:lnTo>
                <a:lnTo>
                  <a:pt x="5798642" y="4395778"/>
                </a:lnTo>
                <a:lnTo>
                  <a:pt x="5777777" y="4339605"/>
                </a:lnTo>
                <a:lnTo>
                  <a:pt x="5808535" y="4307703"/>
                </a:lnTo>
                <a:lnTo>
                  <a:pt x="5845290" y="4300477"/>
                </a:lnTo>
                <a:lnTo>
                  <a:pt x="5884711" y="4306591"/>
                </a:lnTo>
                <a:lnTo>
                  <a:pt x="5923465" y="4314705"/>
                </a:lnTo>
                <a:lnTo>
                  <a:pt x="6031398" y="4328934"/>
                </a:lnTo>
                <a:lnTo>
                  <a:pt x="6075870" y="4333714"/>
                </a:lnTo>
                <a:lnTo>
                  <a:pt x="6094026" y="4332491"/>
                </a:lnTo>
                <a:lnTo>
                  <a:pt x="6113606" y="4279924"/>
                </a:lnTo>
                <a:lnTo>
                  <a:pt x="6137972" y="4254734"/>
                </a:lnTo>
                <a:lnTo>
                  <a:pt x="6165819" y="4249891"/>
                </a:lnTo>
                <a:lnTo>
                  <a:pt x="6195841" y="4258364"/>
                </a:lnTo>
                <a:lnTo>
                  <a:pt x="6226734" y="4273121"/>
                </a:lnTo>
                <a:lnTo>
                  <a:pt x="6257191" y="4287131"/>
                </a:lnTo>
                <a:lnTo>
                  <a:pt x="6285908" y="4293364"/>
                </a:lnTo>
                <a:lnTo>
                  <a:pt x="6331158" y="4296365"/>
                </a:lnTo>
                <a:lnTo>
                  <a:pt x="6376075" y="4304035"/>
                </a:lnTo>
                <a:lnTo>
                  <a:pt x="6420325" y="4314373"/>
                </a:lnTo>
                <a:lnTo>
                  <a:pt x="6463577" y="4325377"/>
                </a:lnTo>
                <a:lnTo>
                  <a:pt x="6518376" y="4330546"/>
                </a:lnTo>
                <a:lnTo>
                  <a:pt x="6571509" y="4324044"/>
                </a:lnTo>
                <a:lnTo>
                  <a:pt x="6623977" y="4312872"/>
                </a:lnTo>
                <a:lnTo>
                  <a:pt x="6676778" y="4304035"/>
                </a:lnTo>
                <a:lnTo>
                  <a:pt x="6708814" y="4284860"/>
                </a:lnTo>
                <a:lnTo>
                  <a:pt x="6719863" y="4246677"/>
                </a:lnTo>
                <a:lnTo>
                  <a:pt x="6726248" y="4202492"/>
                </a:lnTo>
                <a:lnTo>
                  <a:pt x="6744292" y="4165310"/>
                </a:lnTo>
                <a:lnTo>
                  <a:pt x="6751398" y="4154638"/>
                </a:lnTo>
                <a:lnTo>
                  <a:pt x="6765612" y="4154638"/>
                </a:lnTo>
                <a:lnTo>
                  <a:pt x="6776447" y="4096543"/>
                </a:lnTo>
                <a:lnTo>
                  <a:pt x="6797791" y="4049542"/>
                </a:lnTo>
                <a:lnTo>
                  <a:pt x="6827666" y="4012479"/>
                </a:lnTo>
                <a:lnTo>
                  <a:pt x="6864091" y="3984198"/>
                </a:lnTo>
                <a:lnTo>
                  <a:pt x="6905086" y="3963542"/>
                </a:lnTo>
                <a:lnTo>
                  <a:pt x="6948673" y="3949356"/>
                </a:lnTo>
                <a:lnTo>
                  <a:pt x="6992871" y="3940484"/>
                </a:lnTo>
                <a:lnTo>
                  <a:pt x="7035700" y="3935769"/>
                </a:lnTo>
                <a:lnTo>
                  <a:pt x="7075182" y="3934056"/>
                </a:lnTo>
                <a:lnTo>
                  <a:pt x="7109336" y="3934189"/>
                </a:lnTo>
                <a:lnTo>
                  <a:pt x="7153743" y="3935368"/>
                </a:lnTo>
                <a:lnTo>
                  <a:pt x="7160036" y="3934101"/>
                </a:lnTo>
                <a:lnTo>
                  <a:pt x="7185242" y="3929822"/>
                </a:lnTo>
                <a:lnTo>
                  <a:pt x="7212448" y="3934546"/>
                </a:lnTo>
                <a:lnTo>
                  <a:pt x="7240986" y="3934602"/>
                </a:lnTo>
                <a:lnTo>
                  <a:pt x="7235639" y="3879107"/>
                </a:lnTo>
                <a:lnTo>
                  <a:pt x="7198927" y="3845439"/>
                </a:lnTo>
                <a:lnTo>
                  <a:pt x="7160263" y="3814869"/>
                </a:lnTo>
                <a:lnTo>
                  <a:pt x="7119856" y="3786956"/>
                </a:lnTo>
                <a:lnTo>
                  <a:pt x="7077913" y="3761255"/>
                </a:lnTo>
                <a:lnTo>
                  <a:pt x="7034644" y="3737325"/>
                </a:lnTo>
                <a:lnTo>
                  <a:pt x="6990257" y="3714724"/>
                </a:lnTo>
                <a:lnTo>
                  <a:pt x="6944961" y="3693007"/>
                </a:lnTo>
                <a:lnTo>
                  <a:pt x="6852472" y="3650459"/>
                </a:lnTo>
                <a:lnTo>
                  <a:pt x="6805697" y="3628743"/>
                </a:lnTo>
                <a:lnTo>
                  <a:pt x="6758846" y="3606141"/>
                </a:lnTo>
                <a:lnTo>
                  <a:pt x="6712128" y="3582211"/>
                </a:lnTo>
                <a:lnTo>
                  <a:pt x="6665751" y="3556510"/>
                </a:lnTo>
                <a:lnTo>
                  <a:pt x="6619924" y="3528597"/>
                </a:lnTo>
                <a:lnTo>
                  <a:pt x="6669428" y="3520173"/>
                </a:lnTo>
                <a:lnTo>
                  <a:pt x="6715536" y="3520825"/>
                </a:lnTo>
                <a:lnTo>
                  <a:pt x="6758729" y="3528693"/>
                </a:lnTo>
                <a:lnTo>
                  <a:pt x="6799488" y="3541916"/>
                </a:lnTo>
                <a:lnTo>
                  <a:pt x="6838292" y="3558635"/>
                </a:lnTo>
                <a:lnTo>
                  <a:pt x="6911959" y="3595120"/>
                </a:lnTo>
                <a:lnTo>
                  <a:pt x="6947784" y="3611165"/>
                </a:lnTo>
                <a:lnTo>
                  <a:pt x="6983577" y="3623266"/>
                </a:lnTo>
                <a:lnTo>
                  <a:pt x="7019818" y="3629563"/>
                </a:lnTo>
                <a:lnTo>
                  <a:pt x="7056988" y="3628194"/>
                </a:lnTo>
                <a:lnTo>
                  <a:pt x="7069809" y="3611319"/>
                </a:lnTo>
                <a:lnTo>
                  <a:pt x="7070434" y="3593079"/>
                </a:lnTo>
                <a:lnTo>
                  <a:pt x="7062873" y="3574028"/>
                </a:lnTo>
                <a:lnTo>
                  <a:pt x="7051132" y="3554720"/>
                </a:lnTo>
                <a:lnTo>
                  <a:pt x="7039222" y="3535711"/>
                </a:lnTo>
                <a:lnTo>
                  <a:pt x="7031148" y="3517556"/>
                </a:lnTo>
                <a:lnTo>
                  <a:pt x="7030921" y="3500810"/>
                </a:lnTo>
                <a:lnTo>
                  <a:pt x="7042547" y="3486026"/>
                </a:lnTo>
                <a:lnTo>
                  <a:pt x="7070036" y="3473761"/>
                </a:lnTo>
                <a:lnTo>
                  <a:pt x="7117396" y="3464570"/>
                </a:lnTo>
                <a:lnTo>
                  <a:pt x="7069013" y="3436768"/>
                </a:lnTo>
                <a:lnTo>
                  <a:pt x="7025406" y="3408625"/>
                </a:lnTo>
                <a:lnTo>
                  <a:pt x="6985381" y="3379798"/>
                </a:lnTo>
                <a:lnTo>
                  <a:pt x="6947744" y="3349948"/>
                </a:lnTo>
                <a:lnTo>
                  <a:pt x="6911300" y="3318732"/>
                </a:lnTo>
                <a:lnTo>
                  <a:pt x="6872109" y="3279251"/>
                </a:lnTo>
                <a:lnTo>
                  <a:pt x="6842740" y="3242011"/>
                </a:lnTo>
                <a:lnTo>
                  <a:pt x="6823005" y="3205331"/>
                </a:lnTo>
                <a:lnTo>
                  <a:pt x="6812718" y="3167530"/>
                </a:lnTo>
                <a:lnTo>
                  <a:pt x="6811692" y="3126930"/>
                </a:lnTo>
                <a:lnTo>
                  <a:pt x="6819742" y="3081850"/>
                </a:lnTo>
                <a:lnTo>
                  <a:pt x="6836680" y="3030609"/>
                </a:lnTo>
                <a:lnTo>
                  <a:pt x="6853377" y="2988386"/>
                </a:lnTo>
                <a:lnTo>
                  <a:pt x="6869581" y="2946558"/>
                </a:lnTo>
                <a:lnTo>
                  <a:pt x="6882429" y="2904334"/>
                </a:lnTo>
                <a:lnTo>
                  <a:pt x="6889059" y="2860925"/>
                </a:lnTo>
                <a:lnTo>
                  <a:pt x="6886608" y="2815540"/>
                </a:lnTo>
                <a:lnTo>
                  <a:pt x="6872213" y="2767388"/>
                </a:lnTo>
                <a:lnTo>
                  <a:pt x="6860302" y="2729854"/>
                </a:lnTo>
                <a:lnTo>
                  <a:pt x="6860501" y="2700173"/>
                </a:lnTo>
                <a:lnTo>
                  <a:pt x="6875539" y="2681079"/>
                </a:lnTo>
                <a:lnTo>
                  <a:pt x="6908145" y="2675302"/>
                </a:lnTo>
                <a:lnTo>
                  <a:pt x="6961047" y="2685575"/>
                </a:lnTo>
                <a:lnTo>
                  <a:pt x="7011979" y="2694023"/>
                </a:lnTo>
                <a:lnTo>
                  <a:pt x="7051066" y="2687946"/>
                </a:lnTo>
                <a:lnTo>
                  <a:pt x="7078308" y="2668234"/>
                </a:lnTo>
                <a:lnTo>
                  <a:pt x="7093706" y="2635776"/>
                </a:lnTo>
                <a:lnTo>
                  <a:pt x="7097259" y="2591461"/>
                </a:lnTo>
                <a:lnTo>
                  <a:pt x="7088968" y="2536179"/>
                </a:lnTo>
                <a:lnTo>
                  <a:pt x="7082694" y="2487214"/>
                </a:lnTo>
                <a:lnTo>
                  <a:pt x="7092078" y="2456590"/>
                </a:lnTo>
                <a:lnTo>
                  <a:pt x="7119450" y="2442639"/>
                </a:lnTo>
                <a:lnTo>
                  <a:pt x="7167143" y="2443695"/>
                </a:lnTo>
                <a:lnTo>
                  <a:pt x="7209619" y="2451764"/>
                </a:lnTo>
                <a:lnTo>
                  <a:pt x="7295953" y="2474819"/>
                </a:lnTo>
                <a:lnTo>
                  <a:pt x="7341390" y="2483481"/>
                </a:lnTo>
                <a:lnTo>
                  <a:pt x="7389393" y="2486017"/>
                </a:lnTo>
                <a:lnTo>
                  <a:pt x="7440753" y="2479266"/>
                </a:lnTo>
                <a:lnTo>
                  <a:pt x="7412468" y="2441767"/>
                </a:lnTo>
                <a:lnTo>
                  <a:pt x="7379492" y="2413190"/>
                </a:lnTo>
                <a:lnTo>
                  <a:pt x="7342893" y="2391357"/>
                </a:lnTo>
                <a:lnTo>
                  <a:pt x="7303734" y="2374091"/>
                </a:lnTo>
                <a:lnTo>
                  <a:pt x="7263084" y="2359215"/>
                </a:lnTo>
                <a:lnTo>
                  <a:pt x="7222007" y="2344553"/>
                </a:lnTo>
                <a:lnTo>
                  <a:pt x="7181570" y="2327928"/>
                </a:lnTo>
                <a:lnTo>
                  <a:pt x="7142838" y="2307162"/>
                </a:lnTo>
                <a:lnTo>
                  <a:pt x="7106878" y="2280078"/>
                </a:lnTo>
                <a:lnTo>
                  <a:pt x="7074755" y="2244501"/>
                </a:lnTo>
                <a:lnTo>
                  <a:pt x="7131395" y="2244633"/>
                </a:lnTo>
                <a:lnTo>
                  <a:pt x="7184383" y="2245555"/>
                </a:lnTo>
                <a:lnTo>
                  <a:pt x="7234213" y="2248058"/>
                </a:lnTo>
                <a:lnTo>
                  <a:pt x="7281377" y="2252933"/>
                </a:lnTo>
                <a:lnTo>
                  <a:pt x="7326370" y="2260969"/>
                </a:lnTo>
                <a:lnTo>
                  <a:pt x="7369685" y="2272958"/>
                </a:lnTo>
                <a:lnTo>
                  <a:pt x="7396668" y="2280682"/>
                </a:lnTo>
                <a:lnTo>
                  <a:pt x="7422985" y="2284072"/>
                </a:lnTo>
                <a:lnTo>
                  <a:pt x="7446637" y="2277459"/>
                </a:lnTo>
                <a:lnTo>
                  <a:pt x="7465626" y="2255172"/>
                </a:lnTo>
                <a:lnTo>
                  <a:pt x="7471788" y="2223491"/>
                </a:lnTo>
                <a:lnTo>
                  <a:pt x="7458963" y="2201815"/>
                </a:lnTo>
                <a:lnTo>
                  <a:pt x="7436144" y="2188143"/>
                </a:lnTo>
                <a:lnTo>
                  <a:pt x="7412325" y="2180473"/>
                </a:lnTo>
                <a:lnTo>
                  <a:pt x="7365221" y="2162034"/>
                </a:lnTo>
                <a:lnTo>
                  <a:pt x="7321188" y="2137960"/>
                </a:lnTo>
                <a:lnTo>
                  <a:pt x="7279031" y="2110300"/>
                </a:lnTo>
                <a:lnTo>
                  <a:pt x="7237556" y="2081104"/>
                </a:lnTo>
                <a:lnTo>
                  <a:pt x="7195569" y="2052420"/>
                </a:lnTo>
                <a:lnTo>
                  <a:pt x="7153586" y="2025540"/>
                </a:lnTo>
                <a:lnTo>
                  <a:pt x="7068465" y="1972230"/>
                </a:lnTo>
                <a:lnTo>
                  <a:pt x="7025809" y="1944965"/>
                </a:lnTo>
                <a:lnTo>
                  <a:pt x="6983409" y="1916739"/>
                </a:lnTo>
                <a:lnTo>
                  <a:pt x="6941506" y="1887133"/>
                </a:lnTo>
                <a:lnTo>
                  <a:pt x="6900339" y="1855732"/>
                </a:lnTo>
                <a:lnTo>
                  <a:pt x="6860149" y="1822117"/>
                </a:lnTo>
                <a:lnTo>
                  <a:pt x="6821177" y="1785873"/>
                </a:lnTo>
                <a:lnTo>
                  <a:pt x="6783662" y="1746582"/>
                </a:lnTo>
                <a:lnTo>
                  <a:pt x="6747846" y="1703828"/>
                </a:lnTo>
                <a:lnTo>
                  <a:pt x="6799796" y="1719974"/>
                </a:lnTo>
                <a:lnTo>
                  <a:pt x="6849436" y="1739194"/>
                </a:lnTo>
                <a:lnTo>
                  <a:pt x="6897351" y="1760346"/>
                </a:lnTo>
                <a:lnTo>
                  <a:pt x="6990342" y="1803880"/>
                </a:lnTo>
                <a:lnTo>
                  <a:pt x="7036590" y="1823978"/>
                </a:lnTo>
                <a:lnTo>
                  <a:pt x="7083451" y="1841441"/>
                </a:lnTo>
                <a:lnTo>
                  <a:pt x="7131512" y="1855128"/>
                </a:lnTo>
                <a:lnTo>
                  <a:pt x="7181357" y="1863896"/>
                </a:lnTo>
                <a:lnTo>
                  <a:pt x="7147774" y="1827549"/>
                </a:lnTo>
                <a:lnTo>
                  <a:pt x="7112872" y="1793068"/>
                </a:lnTo>
                <a:lnTo>
                  <a:pt x="7076809" y="1760241"/>
                </a:lnTo>
                <a:lnTo>
                  <a:pt x="7039748" y="1728860"/>
                </a:lnTo>
                <a:lnTo>
                  <a:pt x="7001847" y="1698713"/>
                </a:lnTo>
                <a:lnTo>
                  <a:pt x="6963268" y="1669592"/>
                </a:lnTo>
                <a:lnTo>
                  <a:pt x="6924171" y="1641286"/>
                </a:lnTo>
                <a:lnTo>
                  <a:pt x="6884716" y="1613585"/>
                </a:lnTo>
                <a:lnTo>
                  <a:pt x="6765808" y="1532013"/>
                </a:lnTo>
                <a:lnTo>
                  <a:pt x="6726525" y="1504633"/>
                </a:lnTo>
                <a:lnTo>
                  <a:pt x="6692491" y="1481735"/>
                </a:lnTo>
                <a:lnTo>
                  <a:pt x="6662120" y="1457502"/>
                </a:lnTo>
                <a:lnTo>
                  <a:pt x="6639079" y="1426601"/>
                </a:lnTo>
                <a:lnTo>
                  <a:pt x="6627031" y="1383694"/>
                </a:lnTo>
                <a:lnTo>
                  <a:pt x="6617301" y="1335555"/>
                </a:lnTo>
                <a:lnTo>
                  <a:pt x="6603823" y="1290043"/>
                </a:lnTo>
                <a:lnTo>
                  <a:pt x="6586181" y="1247449"/>
                </a:lnTo>
                <a:lnTo>
                  <a:pt x="6563958" y="1208064"/>
                </a:lnTo>
                <a:lnTo>
                  <a:pt x="6536739" y="1172181"/>
                </a:lnTo>
                <a:lnTo>
                  <a:pt x="6504107" y="1140091"/>
                </a:lnTo>
                <a:lnTo>
                  <a:pt x="6465644" y="1112086"/>
                </a:lnTo>
                <a:lnTo>
                  <a:pt x="6420935" y="1088458"/>
                </a:lnTo>
                <a:lnTo>
                  <a:pt x="6431596" y="1056444"/>
                </a:lnTo>
                <a:lnTo>
                  <a:pt x="6476795" y="1062619"/>
                </a:lnTo>
                <a:lnTo>
                  <a:pt x="6520288" y="1079380"/>
                </a:lnTo>
                <a:lnTo>
                  <a:pt x="6564634" y="1097678"/>
                </a:lnTo>
                <a:lnTo>
                  <a:pt x="6612391" y="1108463"/>
                </a:lnTo>
                <a:lnTo>
                  <a:pt x="6666119" y="1102686"/>
                </a:lnTo>
                <a:lnTo>
                  <a:pt x="6630835" y="1063392"/>
                </a:lnTo>
                <a:lnTo>
                  <a:pt x="6596383" y="1025765"/>
                </a:lnTo>
                <a:lnTo>
                  <a:pt x="6561932" y="990139"/>
                </a:lnTo>
                <a:lnTo>
                  <a:pt x="6526648" y="956847"/>
                </a:lnTo>
                <a:lnTo>
                  <a:pt x="6489699" y="926223"/>
                </a:lnTo>
                <a:lnTo>
                  <a:pt x="6450251" y="898600"/>
                </a:lnTo>
                <a:lnTo>
                  <a:pt x="6407472" y="874312"/>
                </a:lnTo>
                <a:lnTo>
                  <a:pt x="6360529" y="853692"/>
                </a:lnTo>
                <a:lnTo>
                  <a:pt x="6319540" y="839457"/>
                </a:lnTo>
                <a:lnTo>
                  <a:pt x="6277136" y="825181"/>
                </a:lnTo>
                <a:lnTo>
                  <a:pt x="6234231" y="809487"/>
                </a:lnTo>
                <a:lnTo>
                  <a:pt x="6191743" y="791000"/>
                </a:lnTo>
                <a:lnTo>
                  <a:pt x="6150588" y="768344"/>
                </a:lnTo>
                <a:lnTo>
                  <a:pt x="6111681" y="740145"/>
                </a:lnTo>
                <a:lnTo>
                  <a:pt x="6075940" y="705026"/>
                </a:lnTo>
                <a:lnTo>
                  <a:pt x="6044279" y="661612"/>
                </a:lnTo>
                <a:lnTo>
                  <a:pt x="6095192" y="652961"/>
                </a:lnTo>
                <a:lnTo>
                  <a:pt x="6142011" y="654725"/>
                </a:lnTo>
                <a:lnTo>
                  <a:pt x="6185760" y="663661"/>
                </a:lnTo>
                <a:lnTo>
                  <a:pt x="6227462" y="676523"/>
                </a:lnTo>
                <a:lnTo>
                  <a:pt x="6268142" y="690068"/>
                </a:lnTo>
                <a:lnTo>
                  <a:pt x="6319665" y="708117"/>
                </a:lnTo>
                <a:lnTo>
                  <a:pt x="6525760" y="782288"/>
                </a:lnTo>
                <a:lnTo>
                  <a:pt x="6577284" y="800337"/>
                </a:lnTo>
                <a:lnTo>
                  <a:pt x="6606933" y="808674"/>
                </a:lnTo>
                <a:lnTo>
                  <a:pt x="6635915" y="808341"/>
                </a:lnTo>
                <a:lnTo>
                  <a:pt x="6662232" y="793335"/>
                </a:lnTo>
                <a:lnTo>
                  <a:pt x="6683885" y="757652"/>
                </a:lnTo>
                <a:lnTo>
                  <a:pt x="6630636" y="747417"/>
                </a:lnTo>
                <a:lnTo>
                  <a:pt x="6582920" y="729777"/>
                </a:lnTo>
                <a:lnTo>
                  <a:pt x="6539740" y="706039"/>
                </a:lnTo>
                <a:lnTo>
                  <a:pt x="6500104" y="677509"/>
                </a:lnTo>
                <a:lnTo>
                  <a:pt x="6463017" y="645496"/>
                </a:lnTo>
                <a:lnTo>
                  <a:pt x="6427483" y="611305"/>
                </a:lnTo>
                <a:lnTo>
                  <a:pt x="6392509" y="576243"/>
                </a:lnTo>
                <a:lnTo>
                  <a:pt x="6358419" y="540394"/>
                </a:lnTo>
                <a:lnTo>
                  <a:pt x="6322329" y="508214"/>
                </a:lnTo>
                <a:lnTo>
                  <a:pt x="6279578" y="488706"/>
                </a:lnTo>
                <a:lnTo>
                  <a:pt x="6225500" y="490874"/>
                </a:lnTo>
                <a:lnTo>
                  <a:pt x="6196463" y="491373"/>
                </a:lnTo>
                <a:lnTo>
                  <a:pt x="6174421" y="478868"/>
                </a:lnTo>
                <a:lnTo>
                  <a:pt x="6161040" y="456359"/>
                </a:lnTo>
                <a:lnTo>
                  <a:pt x="6157987" y="426847"/>
                </a:lnTo>
                <a:lnTo>
                  <a:pt x="6158546" y="368689"/>
                </a:lnTo>
                <a:lnTo>
                  <a:pt x="6146363" y="321358"/>
                </a:lnTo>
                <a:lnTo>
                  <a:pt x="6123488" y="283485"/>
                </a:lnTo>
                <a:lnTo>
                  <a:pt x="6091974" y="253701"/>
                </a:lnTo>
                <a:lnTo>
                  <a:pt x="6053871" y="230637"/>
                </a:lnTo>
                <a:lnTo>
                  <a:pt x="6011231" y="212925"/>
                </a:lnTo>
                <a:lnTo>
                  <a:pt x="5919708" y="185165"/>
                </a:lnTo>
                <a:lnTo>
                  <a:pt x="5874228" y="168917"/>
                </a:lnTo>
                <a:lnTo>
                  <a:pt x="5829517" y="150790"/>
                </a:lnTo>
                <a:lnTo>
                  <a:pt x="5785423" y="131127"/>
                </a:lnTo>
                <a:lnTo>
                  <a:pt x="5741798" y="110269"/>
                </a:lnTo>
                <a:lnTo>
                  <a:pt x="5698494" y="88556"/>
                </a:lnTo>
                <a:lnTo>
                  <a:pt x="5569006" y="21712"/>
                </a:lnTo>
                <a:lnTo>
                  <a:pt x="5525487" y="0"/>
                </a:lnTo>
                <a:close/>
              </a:path>
            </a:pathLst>
          </a:custGeom>
          <a:solidFill>
            <a:srgbClr val="E7E6E6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9684" rIns="0" bIns="0" rtlCol="0" vert="horz">
            <a:spAutoFit/>
          </a:bodyPr>
          <a:lstStyle/>
          <a:p>
            <a:pPr marL="29400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Octopuses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325563" y="2604515"/>
            <a:ext cx="4389120" cy="183007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241300" marR="5080" indent="-228600">
              <a:lnSpc>
                <a:spcPts val="2210"/>
              </a:lnSpc>
              <a:spcBef>
                <a:spcPts val="3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Despite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their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differences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us, </a:t>
            </a:r>
            <a:r>
              <a:rPr dirty="0" sz="2000">
                <a:latin typeface="Calibri"/>
                <a:cs typeface="Calibri"/>
              </a:rPr>
              <a:t>octopuses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been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observed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using </a:t>
            </a:r>
            <a:r>
              <a:rPr dirty="0" sz="2000">
                <a:latin typeface="Calibri"/>
                <a:cs typeface="Calibri"/>
              </a:rPr>
              <a:t>tools,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solving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puzzles,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playing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tricks.</a:t>
            </a:r>
            <a:endParaRPr sz="2000">
              <a:latin typeface="Calibri"/>
              <a:cs typeface="Calibri"/>
            </a:endParaRPr>
          </a:p>
          <a:p>
            <a:pPr marL="241300" marR="199390" indent="-228600">
              <a:lnSpc>
                <a:spcPct val="89500"/>
              </a:lnSpc>
              <a:spcBef>
                <a:spcPts val="9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seems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almost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obvious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their </a:t>
            </a:r>
            <a:r>
              <a:rPr dirty="0" sz="2000">
                <a:latin typeface="Calibri"/>
                <a:cs typeface="Calibri"/>
              </a:rPr>
              <a:t>behaviour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they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conscious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minds.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7702" y="643468"/>
            <a:ext cx="3393339" cy="254500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9114965" y="3022600"/>
            <a:ext cx="212852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7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This</a:t>
            </a:r>
            <a:r>
              <a:rPr dirty="0" u="sng" sz="700" spc="-1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7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Photo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Unknown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Author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licensed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under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u="sng" sz="7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CC</a:t>
            </a:r>
            <a:r>
              <a:rPr dirty="0" u="sng" sz="70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BY-</a:t>
            </a:r>
            <a:r>
              <a:rPr dirty="0" u="sng" sz="70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SA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768100" y="-1"/>
            <a:ext cx="10424160" cy="5920740"/>
          </a:xfrm>
          <a:custGeom>
            <a:avLst/>
            <a:gdLst/>
            <a:ahLst/>
            <a:cxnLst/>
            <a:rect l="l" t="t" r="r" b="b"/>
            <a:pathLst>
              <a:path w="10424160" h="5920740">
                <a:moveTo>
                  <a:pt x="10423899" y="0"/>
                </a:moveTo>
                <a:lnTo>
                  <a:pt x="3493018" y="34"/>
                </a:lnTo>
                <a:lnTo>
                  <a:pt x="3453363" y="6901"/>
                </a:lnTo>
                <a:lnTo>
                  <a:pt x="3412656" y="15437"/>
                </a:lnTo>
                <a:lnTo>
                  <a:pt x="3371206" y="27980"/>
                </a:lnTo>
                <a:lnTo>
                  <a:pt x="3329322" y="46867"/>
                </a:lnTo>
                <a:lnTo>
                  <a:pt x="3287314" y="74435"/>
                </a:lnTo>
                <a:lnTo>
                  <a:pt x="3245492" y="113022"/>
                </a:lnTo>
                <a:lnTo>
                  <a:pt x="3296158" y="119704"/>
                </a:lnTo>
                <a:lnTo>
                  <a:pt x="3346659" y="124848"/>
                </a:lnTo>
                <a:lnTo>
                  <a:pt x="3396983" y="128666"/>
                </a:lnTo>
                <a:lnTo>
                  <a:pt x="3447119" y="131369"/>
                </a:lnTo>
                <a:lnTo>
                  <a:pt x="3497054" y="133172"/>
                </a:lnTo>
                <a:lnTo>
                  <a:pt x="3546776" y="134285"/>
                </a:lnTo>
                <a:lnTo>
                  <a:pt x="3596273" y="134921"/>
                </a:lnTo>
                <a:lnTo>
                  <a:pt x="3743289" y="136090"/>
                </a:lnTo>
                <a:lnTo>
                  <a:pt x="3791762" y="136940"/>
                </a:lnTo>
                <a:lnTo>
                  <a:pt x="3839950" y="138375"/>
                </a:lnTo>
                <a:lnTo>
                  <a:pt x="3887839" y="140606"/>
                </a:lnTo>
                <a:lnTo>
                  <a:pt x="3935417" y="143846"/>
                </a:lnTo>
                <a:lnTo>
                  <a:pt x="3982673" y="148307"/>
                </a:lnTo>
                <a:lnTo>
                  <a:pt x="4029594" y="154201"/>
                </a:lnTo>
                <a:lnTo>
                  <a:pt x="4076167" y="161741"/>
                </a:lnTo>
                <a:lnTo>
                  <a:pt x="4122382" y="171138"/>
                </a:lnTo>
                <a:lnTo>
                  <a:pt x="4168225" y="182606"/>
                </a:lnTo>
                <a:lnTo>
                  <a:pt x="4213685" y="196356"/>
                </a:lnTo>
                <a:lnTo>
                  <a:pt x="4258748" y="212600"/>
                </a:lnTo>
                <a:lnTo>
                  <a:pt x="4303404" y="231551"/>
                </a:lnTo>
                <a:lnTo>
                  <a:pt x="4347639" y="253421"/>
                </a:lnTo>
                <a:lnTo>
                  <a:pt x="4391443" y="278423"/>
                </a:lnTo>
                <a:lnTo>
                  <a:pt x="4434801" y="306768"/>
                </a:lnTo>
                <a:lnTo>
                  <a:pt x="4390194" y="343139"/>
                </a:lnTo>
                <a:lnTo>
                  <a:pt x="4344587" y="369802"/>
                </a:lnTo>
                <a:lnTo>
                  <a:pt x="4298153" y="388445"/>
                </a:lnTo>
                <a:lnTo>
                  <a:pt x="4251067" y="400756"/>
                </a:lnTo>
                <a:lnTo>
                  <a:pt x="4203501" y="408424"/>
                </a:lnTo>
                <a:lnTo>
                  <a:pt x="4155632" y="413137"/>
                </a:lnTo>
                <a:lnTo>
                  <a:pt x="4107632" y="416584"/>
                </a:lnTo>
                <a:lnTo>
                  <a:pt x="4059675" y="420453"/>
                </a:lnTo>
                <a:lnTo>
                  <a:pt x="4011936" y="426432"/>
                </a:lnTo>
                <a:lnTo>
                  <a:pt x="3962783" y="434617"/>
                </a:lnTo>
                <a:lnTo>
                  <a:pt x="3913934" y="443786"/>
                </a:lnTo>
                <a:lnTo>
                  <a:pt x="3865303" y="453659"/>
                </a:lnTo>
                <a:lnTo>
                  <a:pt x="3719845" y="484684"/>
                </a:lnTo>
                <a:lnTo>
                  <a:pt x="3671214" y="494556"/>
                </a:lnTo>
                <a:lnTo>
                  <a:pt x="3622365" y="503725"/>
                </a:lnTo>
                <a:lnTo>
                  <a:pt x="3520354" y="520624"/>
                </a:lnTo>
                <a:lnTo>
                  <a:pt x="3467496" y="528026"/>
                </a:lnTo>
                <a:lnTo>
                  <a:pt x="3414638" y="534491"/>
                </a:lnTo>
                <a:lnTo>
                  <a:pt x="3256063" y="552008"/>
                </a:lnTo>
                <a:lnTo>
                  <a:pt x="3203204" y="558473"/>
                </a:lnTo>
                <a:lnTo>
                  <a:pt x="3150346" y="565875"/>
                </a:lnTo>
                <a:lnTo>
                  <a:pt x="3097488" y="574591"/>
                </a:lnTo>
                <a:lnTo>
                  <a:pt x="3057522" y="579794"/>
                </a:lnTo>
                <a:lnTo>
                  <a:pt x="3016890" y="582706"/>
                </a:lnTo>
                <a:lnTo>
                  <a:pt x="2975561" y="584797"/>
                </a:lnTo>
                <a:lnTo>
                  <a:pt x="2933502" y="587538"/>
                </a:lnTo>
                <a:lnTo>
                  <a:pt x="2890681" y="592399"/>
                </a:lnTo>
                <a:lnTo>
                  <a:pt x="2847068" y="600849"/>
                </a:lnTo>
                <a:lnTo>
                  <a:pt x="2802630" y="614360"/>
                </a:lnTo>
                <a:lnTo>
                  <a:pt x="2757335" y="634402"/>
                </a:lnTo>
                <a:lnTo>
                  <a:pt x="2711153" y="662443"/>
                </a:lnTo>
                <a:lnTo>
                  <a:pt x="2664051" y="699956"/>
                </a:lnTo>
                <a:lnTo>
                  <a:pt x="2714866" y="711923"/>
                </a:lnTo>
                <a:lnTo>
                  <a:pt x="2765296" y="721234"/>
                </a:lnTo>
                <a:lnTo>
                  <a:pt x="2815374" y="728143"/>
                </a:lnTo>
                <a:lnTo>
                  <a:pt x="2865133" y="732901"/>
                </a:lnTo>
                <a:lnTo>
                  <a:pt x="2914609" y="735763"/>
                </a:lnTo>
                <a:lnTo>
                  <a:pt x="2963835" y="736981"/>
                </a:lnTo>
                <a:lnTo>
                  <a:pt x="3012844" y="736809"/>
                </a:lnTo>
                <a:lnTo>
                  <a:pt x="3061670" y="735498"/>
                </a:lnTo>
                <a:lnTo>
                  <a:pt x="3110348" y="733302"/>
                </a:lnTo>
                <a:lnTo>
                  <a:pt x="3158912" y="730473"/>
                </a:lnTo>
                <a:lnTo>
                  <a:pt x="3304252" y="720723"/>
                </a:lnTo>
                <a:lnTo>
                  <a:pt x="3352696" y="717895"/>
                </a:lnTo>
                <a:lnTo>
                  <a:pt x="3401194" y="715699"/>
                </a:lnTo>
                <a:lnTo>
                  <a:pt x="3449781" y="714388"/>
                </a:lnTo>
                <a:lnTo>
                  <a:pt x="3498490" y="714215"/>
                </a:lnTo>
                <a:lnTo>
                  <a:pt x="3547356" y="715434"/>
                </a:lnTo>
                <a:lnTo>
                  <a:pt x="3596412" y="718296"/>
                </a:lnTo>
                <a:lnTo>
                  <a:pt x="3645692" y="723055"/>
                </a:lnTo>
                <a:lnTo>
                  <a:pt x="3695230" y="729963"/>
                </a:lnTo>
                <a:lnTo>
                  <a:pt x="3745061" y="739275"/>
                </a:lnTo>
                <a:lnTo>
                  <a:pt x="3795217" y="751241"/>
                </a:lnTo>
                <a:lnTo>
                  <a:pt x="3739257" y="771657"/>
                </a:lnTo>
                <a:lnTo>
                  <a:pt x="3684949" y="787780"/>
                </a:lnTo>
                <a:lnTo>
                  <a:pt x="3632183" y="800301"/>
                </a:lnTo>
                <a:lnTo>
                  <a:pt x="3580848" y="809914"/>
                </a:lnTo>
                <a:lnTo>
                  <a:pt x="3530834" y="817310"/>
                </a:lnTo>
                <a:lnTo>
                  <a:pt x="3482032" y="823183"/>
                </a:lnTo>
                <a:lnTo>
                  <a:pt x="3387621" y="833129"/>
                </a:lnTo>
                <a:lnTo>
                  <a:pt x="3341793" y="838587"/>
                </a:lnTo>
                <a:lnTo>
                  <a:pt x="3296735" y="845291"/>
                </a:lnTo>
                <a:lnTo>
                  <a:pt x="3252337" y="853934"/>
                </a:lnTo>
                <a:lnTo>
                  <a:pt x="3164524" y="876751"/>
                </a:lnTo>
                <a:lnTo>
                  <a:pt x="3119390" y="884363"/>
                </a:lnTo>
                <a:lnTo>
                  <a:pt x="3073493" y="889483"/>
                </a:lnTo>
                <a:lnTo>
                  <a:pt x="3027239" y="893551"/>
                </a:lnTo>
                <a:lnTo>
                  <a:pt x="2981033" y="898003"/>
                </a:lnTo>
                <a:lnTo>
                  <a:pt x="2935279" y="904279"/>
                </a:lnTo>
                <a:lnTo>
                  <a:pt x="2890384" y="913818"/>
                </a:lnTo>
                <a:lnTo>
                  <a:pt x="2846751" y="928058"/>
                </a:lnTo>
                <a:lnTo>
                  <a:pt x="2804787" y="948437"/>
                </a:lnTo>
                <a:lnTo>
                  <a:pt x="2764895" y="976394"/>
                </a:lnTo>
                <a:lnTo>
                  <a:pt x="2727482" y="1013367"/>
                </a:lnTo>
                <a:lnTo>
                  <a:pt x="2689532" y="1053466"/>
                </a:lnTo>
                <a:lnTo>
                  <a:pt x="2650838" y="1084151"/>
                </a:lnTo>
                <a:lnTo>
                  <a:pt x="2611153" y="1105619"/>
                </a:lnTo>
                <a:lnTo>
                  <a:pt x="2570229" y="1118074"/>
                </a:lnTo>
                <a:lnTo>
                  <a:pt x="2527819" y="1121713"/>
                </a:lnTo>
                <a:lnTo>
                  <a:pt x="2483674" y="1116738"/>
                </a:lnTo>
                <a:lnTo>
                  <a:pt x="2437547" y="1103350"/>
                </a:lnTo>
                <a:lnTo>
                  <a:pt x="2345127" y="1061914"/>
                </a:lnTo>
                <a:lnTo>
                  <a:pt x="2300321" y="1049159"/>
                </a:lnTo>
                <a:lnTo>
                  <a:pt x="2255020" y="1043082"/>
                </a:lnTo>
                <a:lnTo>
                  <a:pt x="2209471" y="1043283"/>
                </a:lnTo>
                <a:lnTo>
                  <a:pt x="2163922" y="1049359"/>
                </a:lnTo>
                <a:lnTo>
                  <a:pt x="2118621" y="1060912"/>
                </a:lnTo>
                <a:lnTo>
                  <a:pt x="2073815" y="1077540"/>
                </a:lnTo>
                <a:lnTo>
                  <a:pt x="2029753" y="1098843"/>
                </a:lnTo>
                <a:lnTo>
                  <a:pt x="1971609" y="1140155"/>
                </a:lnTo>
                <a:lnTo>
                  <a:pt x="1945180" y="1207110"/>
                </a:lnTo>
                <a:lnTo>
                  <a:pt x="1954347" y="1256973"/>
                </a:lnTo>
                <a:lnTo>
                  <a:pt x="1978877" y="1289739"/>
                </a:lnTo>
                <a:lnTo>
                  <a:pt x="2014309" y="1309683"/>
                </a:lnTo>
                <a:lnTo>
                  <a:pt x="2056183" y="1321080"/>
                </a:lnTo>
                <a:lnTo>
                  <a:pt x="2097478" y="1329271"/>
                </a:lnTo>
                <a:lnTo>
                  <a:pt x="2140756" y="1335326"/>
                </a:lnTo>
                <a:lnTo>
                  <a:pt x="2184033" y="1337106"/>
                </a:lnTo>
                <a:lnTo>
                  <a:pt x="2225328" y="1332476"/>
                </a:lnTo>
                <a:lnTo>
                  <a:pt x="2276034" y="1324278"/>
                </a:lnTo>
                <a:lnTo>
                  <a:pt x="2326668" y="1318350"/>
                </a:lnTo>
                <a:lnTo>
                  <a:pt x="2377239" y="1314481"/>
                </a:lnTo>
                <a:lnTo>
                  <a:pt x="2427754" y="1312463"/>
                </a:lnTo>
                <a:lnTo>
                  <a:pt x="2478222" y="1312086"/>
                </a:lnTo>
                <a:lnTo>
                  <a:pt x="2528650" y="1313141"/>
                </a:lnTo>
                <a:lnTo>
                  <a:pt x="2579046" y="1315418"/>
                </a:lnTo>
                <a:lnTo>
                  <a:pt x="2629419" y="1318709"/>
                </a:lnTo>
                <a:lnTo>
                  <a:pt x="2679776" y="1322802"/>
                </a:lnTo>
                <a:lnTo>
                  <a:pt x="2730125" y="1327490"/>
                </a:lnTo>
                <a:lnTo>
                  <a:pt x="2881202" y="1343023"/>
                </a:lnTo>
                <a:lnTo>
                  <a:pt x="2931599" y="1347993"/>
                </a:lnTo>
                <a:lnTo>
                  <a:pt x="2982027" y="1352510"/>
                </a:lnTo>
                <a:lnTo>
                  <a:pt x="3032494" y="1356364"/>
                </a:lnTo>
                <a:lnTo>
                  <a:pt x="3083009" y="1359347"/>
                </a:lnTo>
                <a:lnTo>
                  <a:pt x="3133580" y="1361248"/>
                </a:lnTo>
                <a:lnTo>
                  <a:pt x="3184214" y="1361859"/>
                </a:lnTo>
                <a:lnTo>
                  <a:pt x="3234919" y="1360970"/>
                </a:lnTo>
                <a:lnTo>
                  <a:pt x="3185109" y="1372219"/>
                </a:lnTo>
                <a:lnTo>
                  <a:pt x="3135283" y="1383004"/>
                </a:lnTo>
                <a:lnTo>
                  <a:pt x="3085441" y="1393336"/>
                </a:lnTo>
                <a:lnTo>
                  <a:pt x="3035582" y="1403226"/>
                </a:lnTo>
                <a:lnTo>
                  <a:pt x="2985707" y="1412685"/>
                </a:lnTo>
                <a:lnTo>
                  <a:pt x="2935814" y="1421724"/>
                </a:lnTo>
                <a:lnTo>
                  <a:pt x="2885903" y="1430354"/>
                </a:lnTo>
                <a:lnTo>
                  <a:pt x="2835974" y="1438587"/>
                </a:lnTo>
                <a:lnTo>
                  <a:pt x="2786027" y="1446434"/>
                </a:lnTo>
                <a:lnTo>
                  <a:pt x="2736062" y="1453907"/>
                </a:lnTo>
                <a:lnTo>
                  <a:pt x="2686077" y="1461016"/>
                </a:lnTo>
                <a:lnTo>
                  <a:pt x="2636072" y="1467772"/>
                </a:lnTo>
                <a:lnTo>
                  <a:pt x="2586048" y="1474187"/>
                </a:lnTo>
                <a:lnTo>
                  <a:pt x="2536003" y="1480272"/>
                </a:lnTo>
                <a:lnTo>
                  <a:pt x="2485938" y="1486038"/>
                </a:lnTo>
                <a:lnTo>
                  <a:pt x="2435853" y="1491497"/>
                </a:lnTo>
                <a:lnTo>
                  <a:pt x="2385745" y="1496660"/>
                </a:lnTo>
                <a:lnTo>
                  <a:pt x="2335616" y="1501537"/>
                </a:lnTo>
                <a:lnTo>
                  <a:pt x="2285465" y="1506141"/>
                </a:lnTo>
                <a:lnTo>
                  <a:pt x="2185096" y="1514571"/>
                </a:lnTo>
                <a:lnTo>
                  <a:pt x="2084634" y="1522040"/>
                </a:lnTo>
                <a:lnTo>
                  <a:pt x="1984077" y="1528638"/>
                </a:lnTo>
                <a:lnTo>
                  <a:pt x="1883422" y="1534455"/>
                </a:lnTo>
                <a:lnTo>
                  <a:pt x="1782665" y="1539579"/>
                </a:lnTo>
                <a:lnTo>
                  <a:pt x="1681805" y="1544102"/>
                </a:lnTo>
                <a:lnTo>
                  <a:pt x="1530312" y="1549954"/>
                </a:lnTo>
                <a:lnTo>
                  <a:pt x="1277264" y="1557967"/>
                </a:lnTo>
                <a:lnTo>
                  <a:pt x="819879" y="1570918"/>
                </a:lnTo>
                <a:lnTo>
                  <a:pt x="666838" y="1575958"/>
                </a:lnTo>
                <a:lnTo>
                  <a:pt x="513491" y="1581864"/>
                </a:lnTo>
                <a:lnTo>
                  <a:pt x="411085" y="1586432"/>
                </a:lnTo>
                <a:lnTo>
                  <a:pt x="308536" y="1591609"/>
                </a:lnTo>
                <a:lnTo>
                  <a:pt x="205840" y="1597486"/>
                </a:lnTo>
                <a:lnTo>
                  <a:pt x="102996" y="1604152"/>
                </a:lnTo>
                <a:lnTo>
                  <a:pt x="0" y="1611696"/>
                </a:lnTo>
                <a:lnTo>
                  <a:pt x="36492" y="1648240"/>
                </a:lnTo>
                <a:lnTo>
                  <a:pt x="74343" y="1673745"/>
                </a:lnTo>
                <a:lnTo>
                  <a:pt x="113149" y="1690226"/>
                </a:lnTo>
                <a:lnTo>
                  <a:pt x="152505" y="1699704"/>
                </a:lnTo>
                <a:lnTo>
                  <a:pt x="192008" y="1704196"/>
                </a:lnTo>
                <a:lnTo>
                  <a:pt x="231254" y="1705720"/>
                </a:lnTo>
                <a:lnTo>
                  <a:pt x="269839" y="1706294"/>
                </a:lnTo>
                <a:lnTo>
                  <a:pt x="307360" y="1707936"/>
                </a:lnTo>
                <a:lnTo>
                  <a:pt x="343413" y="1712666"/>
                </a:lnTo>
                <a:lnTo>
                  <a:pt x="377594" y="1722500"/>
                </a:lnTo>
                <a:lnTo>
                  <a:pt x="409498" y="1739457"/>
                </a:lnTo>
                <a:lnTo>
                  <a:pt x="438724" y="1765555"/>
                </a:lnTo>
                <a:lnTo>
                  <a:pt x="416964" y="1823918"/>
                </a:lnTo>
                <a:lnTo>
                  <a:pt x="400517" y="1878018"/>
                </a:lnTo>
                <a:lnTo>
                  <a:pt x="389439" y="1927837"/>
                </a:lnTo>
                <a:lnTo>
                  <a:pt x="383790" y="1973362"/>
                </a:lnTo>
                <a:lnTo>
                  <a:pt x="383626" y="2014576"/>
                </a:lnTo>
                <a:lnTo>
                  <a:pt x="389006" y="2051463"/>
                </a:lnTo>
                <a:lnTo>
                  <a:pt x="416626" y="2112198"/>
                </a:lnTo>
                <a:lnTo>
                  <a:pt x="467112" y="2155440"/>
                </a:lnTo>
                <a:lnTo>
                  <a:pt x="540926" y="2181065"/>
                </a:lnTo>
                <a:lnTo>
                  <a:pt x="586726" y="2187233"/>
                </a:lnTo>
                <a:lnTo>
                  <a:pt x="628129" y="2189360"/>
                </a:lnTo>
                <a:lnTo>
                  <a:pt x="669729" y="2189512"/>
                </a:lnTo>
                <a:lnTo>
                  <a:pt x="752620" y="2187537"/>
                </a:lnTo>
                <a:lnTo>
                  <a:pt x="793459" y="2187233"/>
                </a:lnTo>
                <a:lnTo>
                  <a:pt x="833594" y="2188601"/>
                </a:lnTo>
                <a:lnTo>
                  <a:pt x="872798" y="2192552"/>
                </a:lnTo>
                <a:lnTo>
                  <a:pt x="910846" y="2199997"/>
                </a:lnTo>
                <a:lnTo>
                  <a:pt x="947513" y="2211850"/>
                </a:lnTo>
                <a:lnTo>
                  <a:pt x="982573" y="2229021"/>
                </a:lnTo>
                <a:lnTo>
                  <a:pt x="1015801" y="2252423"/>
                </a:lnTo>
                <a:lnTo>
                  <a:pt x="1046971" y="2282966"/>
                </a:lnTo>
                <a:lnTo>
                  <a:pt x="1075857" y="2321563"/>
                </a:lnTo>
                <a:lnTo>
                  <a:pt x="1102235" y="2369126"/>
                </a:lnTo>
                <a:lnTo>
                  <a:pt x="1125877" y="2426566"/>
                </a:lnTo>
                <a:lnTo>
                  <a:pt x="1144987" y="2457350"/>
                </a:lnTo>
                <a:lnTo>
                  <a:pt x="1218142" y="2491674"/>
                </a:lnTo>
                <a:lnTo>
                  <a:pt x="1266613" y="2499220"/>
                </a:lnTo>
                <a:lnTo>
                  <a:pt x="1319296" y="2503026"/>
                </a:lnTo>
                <a:lnTo>
                  <a:pt x="1373403" y="2505097"/>
                </a:lnTo>
                <a:lnTo>
                  <a:pt x="1426148" y="2507434"/>
                </a:lnTo>
                <a:lnTo>
                  <a:pt x="1474743" y="2512042"/>
                </a:lnTo>
                <a:lnTo>
                  <a:pt x="1524473" y="2518646"/>
                </a:lnTo>
                <a:lnTo>
                  <a:pt x="1574512" y="2523739"/>
                </a:lnTo>
                <a:lnTo>
                  <a:pt x="1624800" y="2527680"/>
                </a:lnTo>
                <a:lnTo>
                  <a:pt x="1675273" y="2530828"/>
                </a:lnTo>
                <a:lnTo>
                  <a:pt x="1776530" y="2536182"/>
                </a:lnTo>
                <a:lnTo>
                  <a:pt x="1827189" y="2539105"/>
                </a:lnTo>
                <a:lnTo>
                  <a:pt x="1877786" y="2542670"/>
                </a:lnTo>
                <a:lnTo>
                  <a:pt x="1928260" y="2547238"/>
                </a:lnTo>
                <a:lnTo>
                  <a:pt x="1978547" y="2553166"/>
                </a:lnTo>
                <a:lnTo>
                  <a:pt x="2028587" y="2560814"/>
                </a:lnTo>
                <a:lnTo>
                  <a:pt x="2078317" y="2570540"/>
                </a:lnTo>
                <a:lnTo>
                  <a:pt x="2127675" y="2582703"/>
                </a:lnTo>
                <a:lnTo>
                  <a:pt x="2176600" y="2597663"/>
                </a:lnTo>
                <a:lnTo>
                  <a:pt x="2225029" y="2615778"/>
                </a:lnTo>
                <a:lnTo>
                  <a:pt x="2272901" y="2637407"/>
                </a:lnTo>
                <a:lnTo>
                  <a:pt x="2320057" y="2659725"/>
                </a:lnTo>
                <a:lnTo>
                  <a:pt x="2359431" y="2682993"/>
                </a:lnTo>
                <a:lnTo>
                  <a:pt x="2388528" y="2710060"/>
                </a:lnTo>
                <a:lnTo>
                  <a:pt x="2405903" y="2786989"/>
                </a:lnTo>
                <a:lnTo>
                  <a:pt x="2389190" y="2842548"/>
                </a:lnTo>
                <a:lnTo>
                  <a:pt x="2372402" y="2901378"/>
                </a:lnTo>
                <a:lnTo>
                  <a:pt x="2372940" y="2948495"/>
                </a:lnTo>
                <a:lnTo>
                  <a:pt x="2387868" y="2986432"/>
                </a:lnTo>
                <a:lnTo>
                  <a:pt x="2414248" y="3017720"/>
                </a:lnTo>
                <a:lnTo>
                  <a:pt x="2449144" y="3044893"/>
                </a:lnTo>
                <a:lnTo>
                  <a:pt x="2489620" y="3070482"/>
                </a:lnTo>
                <a:lnTo>
                  <a:pt x="2560881" y="3100030"/>
                </a:lnTo>
                <a:lnTo>
                  <a:pt x="2599301" y="3114646"/>
                </a:lnTo>
                <a:lnTo>
                  <a:pt x="2636840" y="3135910"/>
                </a:lnTo>
                <a:lnTo>
                  <a:pt x="2671442" y="3168886"/>
                </a:lnTo>
                <a:lnTo>
                  <a:pt x="2701052" y="3218642"/>
                </a:lnTo>
                <a:lnTo>
                  <a:pt x="2650639" y="3216875"/>
                </a:lnTo>
                <a:lnTo>
                  <a:pt x="2600310" y="3214714"/>
                </a:lnTo>
                <a:lnTo>
                  <a:pt x="2550059" y="3212203"/>
                </a:lnTo>
                <a:lnTo>
                  <a:pt x="2499882" y="3209386"/>
                </a:lnTo>
                <a:lnTo>
                  <a:pt x="2399733" y="3203015"/>
                </a:lnTo>
                <a:lnTo>
                  <a:pt x="2050897" y="3177670"/>
                </a:lnTo>
                <a:lnTo>
                  <a:pt x="1951566" y="3171034"/>
                </a:lnTo>
                <a:lnTo>
                  <a:pt x="1901935" y="3168040"/>
                </a:lnTo>
                <a:lnTo>
                  <a:pt x="1852320" y="3165322"/>
                </a:lnTo>
                <a:lnTo>
                  <a:pt x="1802717" y="3162925"/>
                </a:lnTo>
                <a:lnTo>
                  <a:pt x="1753123" y="3160893"/>
                </a:lnTo>
                <a:lnTo>
                  <a:pt x="1703532" y="3159272"/>
                </a:lnTo>
                <a:lnTo>
                  <a:pt x="1653940" y="3158104"/>
                </a:lnTo>
                <a:lnTo>
                  <a:pt x="1604343" y="3157437"/>
                </a:lnTo>
                <a:lnTo>
                  <a:pt x="1554736" y="3157314"/>
                </a:lnTo>
                <a:lnTo>
                  <a:pt x="1505115" y="3157779"/>
                </a:lnTo>
                <a:lnTo>
                  <a:pt x="1455476" y="3158878"/>
                </a:lnTo>
                <a:lnTo>
                  <a:pt x="1405813" y="3160656"/>
                </a:lnTo>
                <a:lnTo>
                  <a:pt x="1356124" y="3163156"/>
                </a:lnTo>
                <a:lnTo>
                  <a:pt x="1306402" y="3166425"/>
                </a:lnTo>
                <a:lnTo>
                  <a:pt x="1256645" y="3170505"/>
                </a:lnTo>
                <a:lnTo>
                  <a:pt x="1206846" y="3175443"/>
                </a:lnTo>
                <a:lnTo>
                  <a:pt x="1157003" y="3181283"/>
                </a:lnTo>
                <a:lnTo>
                  <a:pt x="1107110" y="3188070"/>
                </a:lnTo>
                <a:lnTo>
                  <a:pt x="1057164" y="3195848"/>
                </a:lnTo>
                <a:lnTo>
                  <a:pt x="1104855" y="3213355"/>
                </a:lnTo>
                <a:lnTo>
                  <a:pt x="1152773" y="3229923"/>
                </a:lnTo>
                <a:lnTo>
                  <a:pt x="1200906" y="3245610"/>
                </a:lnTo>
                <a:lnTo>
                  <a:pt x="1249238" y="3260470"/>
                </a:lnTo>
                <a:lnTo>
                  <a:pt x="1297757" y="3274560"/>
                </a:lnTo>
                <a:lnTo>
                  <a:pt x="1346447" y="3287935"/>
                </a:lnTo>
                <a:lnTo>
                  <a:pt x="1395297" y="3300653"/>
                </a:lnTo>
                <a:lnTo>
                  <a:pt x="1444290" y="3312769"/>
                </a:lnTo>
                <a:lnTo>
                  <a:pt x="1493414" y="3324339"/>
                </a:lnTo>
                <a:lnTo>
                  <a:pt x="1542655" y="3335420"/>
                </a:lnTo>
                <a:lnTo>
                  <a:pt x="1591999" y="3346067"/>
                </a:lnTo>
                <a:lnTo>
                  <a:pt x="1641432" y="3356336"/>
                </a:lnTo>
                <a:lnTo>
                  <a:pt x="1690940" y="3366283"/>
                </a:lnTo>
                <a:lnTo>
                  <a:pt x="1790126" y="3385438"/>
                </a:lnTo>
                <a:lnTo>
                  <a:pt x="2038434" y="3431625"/>
                </a:lnTo>
                <a:lnTo>
                  <a:pt x="2137604" y="3450597"/>
                </a:lnTo>
                <a:lnTo>
                  <a:pt x="2187100" y="3460414"/>
                </a:lnTo>
                <a:lnTo>
                  <a:pt x="2236519" y="3470526"/>
                </a:lnTo>
                <a:lnTo>
                  <a:pt x="2285847" y="3480990"/>
                </a:lnTo>
                <a:lnTo>
                  <a:pt x="2335069" y="3491861"/>
                </a:lnTo>
                <a:lnTo>
                  <a:pt x="2384173" y="3503195"/>
                </a:lnTo>
                <a:lnTo>
                  <a:pt x="2433143" y="3515050"/>
                </a:lnTo>
                <a:lnTo>
                  <a:pt x="2481967" y="3527480"/>
                </a:lnTo>
                <a:lnTo>
                  <a:pt x="2530630" y="3540542"/>
                </a:lnTo>
                <a:lnTo>
                  <a:pt x="2579118" y="3554292"/>
                </a:lnTo>
                <a:lnTo>
                  <a:pt x="2627418" y="3568785"/>
                </a:lnTo>
                <a:lnTo>
                  <a:pt x="2675516" y="3584079"/>
                </a:lnTo>
                <a:lnTo>
                  <a:pt x="2723397" y="3600229"/>
                </a:lnTo>
                <a:lnTo>
                  <a:pt x="2771049" y="3617291"/>
                </a:lnTo>
                <a:lnTo>
                  <a:pt x="2818456" y="3635322"/>
                </a:lnTo>
                <a:lnTo>
                  <a:pt x="2865606" y="3654377"/>
                </a:lnTo>
                <a:lnTo>
                  <a:pt x="2912484" y="3674512"/>
                </a:lnTo>
                <a:lnTo>
                  <a:pt x="2897028" y="3706460"/>
                </a:lnTo>
                <a:lnTo>
                  <a:pt x="2871677" y="3727741"/>
                </a:lnTo>
                <a:lnTo>
                  <a:pt x="2840779" y="3743740"/>
                </a:lnTo>
                <a:lnTo>
                  <a:pt x="2808679" y="3759838"/>
                </a:lnTo>
                <a:lnTo>
                  <a:pt x="2779723" y="3781419"/>
                </a:lnTo>
                <a:lnTo>
                  <a:pt x="2758256" y="3813865"/>
                </a:lnTo>
                <a:lnTo>
                  <a:pt x="2748625" y="3862560"/>
                </a:lnTo>
                <a:lnTo>
                  <a:pt x="2791535" y="3880554"/>
                </a:lnTo>
                <a:lnTo>
                  <a:pt x="2835168" y="3895889"/>
                </a:lnTo>
                <a:lnTo>
                  <a:pt x="2879462" y="3908875"/>
                </a:lnTo>
                <a:lnTo>
                  <a:pt x="2924356" y="3919817"/>
                </a:lnTo>
                <a:lnTo>
                  <a:pt x="2969785" y="3929026"/>
                </a:lnTo>
                <a:lnTo>
                  <a:pt x="3015688" y="3936810"/>
                </a:lnTo>
                <a:lnTo>
                  <a:pt x="3062002" y="3943476"/>
                </a:lnTo>
                <a:lnTo>
                  <a:pt x="3108664" y="3949332"/>
                </a:lnTo>
                <a:lnTo>
                  <a:pt x="3250117" y="3965130"/>
                </a:lnTo>
                <a:lnTo>
                  <a:pt x="3297548" y="3970833"/>
                </a:lnTo>
                <a:lnTo>
                  <a:pt x="3345015" y="3977267"/>
                </a:lnTo>
                <a:lnTo>
                  <a:pt x="3392454" y="3984742"/>
                </a:lnTo>
                <a:lnTo>
                  <a:pt x="3439805" y="3993566"/>
                </a:lnTo>
                <a:lnTo>
                  <a:pt x="3487003" y="4004047"/>
                </a:lnTo>
                <a:lnTo>
                  <a:pt x="3533988" y="4016492"/>
                </a:lnTo>
                <a:lnTo>
                  <a:pt x="3580695" y="4031211"/>
                </a:lnTo>
                <a:lnTo>
                  <a:pt x="3627062" y="4048512"/>
                </a:lnTo>
                <a:lnTo>
                  <a:pt x="3673028" y="4068703"/>
                </a:lnTo>
                <a:lnTo>
                  <a:pt x="3718529" y="4092092"/>
                </a:lnTo>
                <a:lnTo>
                  <a:pt x="3763502" y="4118987"/>
                </a:lnTo>
                <a:lnTo>
                  <a:pt x="3719861" y="4137021"/>
                </a:lnTo>
                <a:lnTo>
                  <a:pt x="3676725" y="4147336"/>
                </a:lnTo>
                <a:lnTo>
                  <a:pt x="3634037" y="4151317"/>
                </a:lnTo>
                <a:lnTo>
                  <a:pt x="3591738" y="4150349"/>
                </a:lnTo>
                <a:lnTo>
                  <a:pt x="3549771" y="4145818"/>
                </a:lnTo>
                <a:lnTo>
                  <a:pt x="3508079" y="4139108"/>
                </a:lnTo>
                <a:lnTo>
                  <a:pt x="3466603" y="4131604"/>
                </a:lnTo>
                <a:lnTo>
                  <a:pt x="3425287" y="4124692"/>
                </a:lnTo>
                <a:lnTo>
                  <a:pt x="3384071" y="4119756"/>
                </a:lnTo>
                <a:lnTo>
                  <a:pt x="3342898" y="4118182"/>
                </a:lnTo>
                <a:lnTo>
                  <a:pt x="3301711" y="4121354"/>
                </a:lnTo>
                <a:lnTo>
                  <a:pt x="3260452" y="4130658"/>
                </a:lnTo>
                <a:lnTo>
                  <a:pt x="3219062" y="4147478"/>
                </a:lnTo>
                <a:lnTo>
                  <a:pt x="3223370" y="4154069"/>
                </a:lnTo>
                <a:lnTo>
                  <a:pt x="3255995" y="4179218"/>
                </a:lnTo>
                <a:lnTo>
                  <a:pt x="3293218" y="4200172"/>
                </a:lnTo>
                <a:lnTo>
                  <a:pt x="3341938" y="4224206"/>
                </a:lnTo>
                <a:lnTo>
                  <a:pt x="3401401" y="4251086"/>
                </a:lnTo>
                <a:lnTo>
                  <a:pt x="3470852" y="4280580"/>
                </a:lnTo>
                <a:lnTo>
                  <a:pt x="3509086" y="4296235"/>
                </a:lnTo>
                <a:lnTo>
                  <a:pt x="3549535" y="4312455"/>
                </a:lnTo>
                <a:lnTo>
                  <a:pt x="3592103" y="4329213"/>
                </a:lnTo>
                <a:lnTo>
                  <a:pt x="3683220" y="4364222"/>
                </a:lnTo>
                <a:lnTo>
                  <a:pt x="3781681" y="4401031"/>
                </a:lnTo>
                <a:lnTo>
                  <a:pt x="3886733" y="4439405"/>
                </a:lnTo>
                <a:lnTo>
                  <a:pt x="3997620" y="4479113"/>
                </a:lnTo>
                <a:lnTo>
                  <a:pt x="4113587" y="4519921"/>
                </a:lnTo>
                <a:lnTo>
                  <a:pt x="4233879" y="4561597"/>
                </a:lnTo>
                <a:lnTo>
                  <a:pt x="4357741" y="4603908"/>
                </a:lnTo>
                <a:lnTo>
                  <a:pt x="4548576" y="4668054"/>
                </a:lnTo>
                <a:lnTo>
                  <a:pt x="4743197" y="4732320"/>
                </a:lnTo>
                <a:lnTo>
                  <a:pt x="4939056" y="4795918"/>
                </a:lnTo>
                <a:lnTo>
                  <a:pt x="5133604" y="4858063"/>
                </a:lnTo>
                <a:lnTo>
                  <a:pt x="5324293" y="4917970"/>
                </a:lnTo>
                <a:lnTo>
                  <a:pt x="5508575" y="4974853"/>
                </a:lnTo>
                <a:lnTo>
                  <a:pt x="5683902" y="5027926"/>
                </a:lnTo>
                <a:lnTo>
                  <a:pt x="5794554" y="5060803"/>
                </a:lnTo>
                <a:lnTo>
                  <a:pt x="5899337" y="5091404"/>
                </a:lnTo>
                <a:lnTo>
                  <a:pt x="5997499" y="5119498"/>
                </a:lnTo>
                <a:lnTo>
                  <a:pt x="6088282" y="5144850"/>
                </a:lnTo>
                <a:lnTo>
                  <a:pt x="6170933" y="5167229"/>
                </a:lnTo>
                <a:lnTo>
                  <a:pt x="6244697" y="5186401"/>
                </a:lnTo>
                <a:lnTo>
                  <a:pt x="6308818" y="5202133"/>
                </a:lnTo>
                <a:lnTo>
                  <a:pt x="6362541" y="5214193"/>
                </a:lnTo>
                <a:lnTo>
                  <a:pt x="6587009" y="5257277"/>
                </a:lnTo>
                <a:lnTo>
                  <a:pt x="7048898" y="5342343"/>
                </a:lnTo>
                <a:lnTo>
                  <a:pt x="7816550" y="5479211"/>
                </a:lnTo>
                <a:lnTo>
                  <a:pt x="8834253" y="5655711"/>
                </a:lnTo>
                <a:lnTo>
                  <a:pt x="9711655" y="5803910"/>
                </a:lnTo>
                <a:lnTo>
                  <a:pt x="10285853" y="5898145"/>
                </a:lnTo>
                <a:lnTo>
                  <a:pt x="10423899" y="5920155"/>
                </a:lnTo>
                <a:lnTo>
                  <a:pt x="10423899" y="0"/>
                </a:lnTo>
                <a:close/>
              </a:path>
            </a:pathLst>
          </a:custGeom>
          <a:solidFill>
            <a:srgbClr val="E7E6E6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04896" y="1114044"/>
            <a:ext cx="374967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Some</a:t>
            </a:r>
            <a:r>
              <a:rPr dirty="0" spc="-55"/>
              <a:t> </a:t>
            </a:r>
            <a:r>
              <a:rPr dirty="0" spc="-10"/>
              <a:t>skepticism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641" y="2150981"/>
            <a:ext cx="2432485" cy="2587752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4139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/>
              <a:t>But</a:t>
            </a:r>
            <a:r>
              <a:rPr dirty="0" spc="-55"/>
              <a:t> </a:t>
            </a:r>
            <a:r>
              <a:rPr dirty="0"/>
              <a:t>do</a:t>
            </a:r>
            <a:r>
              <a:rPr dirty="0" spc="-55"/>
              <a:t> </a:t>
            </a:r>
            <a:r>
              <a:rPr dirty="0"/>
              <a:t>we</a:t>
            </a:r>
            <a:r>
              <a:rPr dirty="0" spc="-45"/>
              <a:t> </a:t>
            </a:r>
            <a:r>
              <a:rPr dirty="0"/>
              <a:t>know</a:t>
            </a:r>
            <a:r>
              <a:rPr dirty="0" spc="-45"/>
              <a:t> </a:t>
            </a:r>
            <a:r>
              <a:rPr dirty="0"/>
              <a:t>for</a:t>
            </a:r>
            <a:r>
              <a:rPr dirty="0" spc="-55"/>
              <a:t> </a:t>
            </a:r>
            <a:r>
              <a:rPr dirty="0"/>
              <a:t>sure</a:t>
            </a:r>
            <a:r>
              <a:rPr dirty="0" spc="-45"/>
              <a:t> </a:t>
            </a:r>
            <a:r>
              <a:rPr dirty="0"/>
              <a:t>that</a:t>
            </a:r>
            <a:r>
              <a:rPr dirty="0" spc="-50"/>
              <a:t> </a:t>
            </a:r>
            <a:r>
              <a:rPr dirty="0"/>
              <a:t>octopuses</a:t>
            </a:r>
            <a:r>
              <a:rPr dirty="0" spc="-55"/>
              <a:t> </a:t>
            </a:r>
            <a:r>
              <a:rPr dirty="0"/>
              <a:t>are</a:t>
            </a:r>
            <a:r>
              <a:rPr dirty="0" spc="-45"/>
              <a:t> </a:t>
            </a:r>
            <a:r>
              <a:rPr dirty="0" spc="-10"/>
              <a:t>conscious?</a:t>
            </a:r>
          </a:p>
          <a:p>
            <a:pPr marL="241300" marR="135890" indent="-228600">
              <a:lnSpc>
                <a:spcPts val="2110"/>
              </a:lnSpc>
              <a:spcBef>
                <a:spcPts val="9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pc="-25"/>
              <a:t>Interestingly, </a:t>
            </a:r>
            <a:r>
              <a:rPr dirty="0"/>
              <a:t>many</a:t>
            </a:r>
            <a:r>
              <a:rPr dirty="0" spc="-25"/>
              <a:t> </a:t>
            </a:r>
            <a:r>
              <a:rPr dirty="0"/>
              <a:t>theories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 spc="-10"/>
              <a:t>consciousness</a:t>
            </a:r>
            <a:r>
              <a:rPr dirty="0" spc="-25"/>
              <a:t> </a:t>
            </a:r>
            <a:r>
              <a:rPr dirty="0"/>
              <a:t>seem</a:t>
            </a:r>
            <a:r>
              <a:rPr dirty="0" spc="-30"/>
              <a:t> </a:t>
            </a:r>
            <a:r>
              <a:rPr dirty="0" spc="-25"/>
              <a:t>to </a:t>
            </a:r>
            <a:r>
              <a:rPr dirty="0"/>
              <a:t>predict</a:t>
            </a:r>
            <a:r>
              <a:rPr dirty="0" spc="-60"/>
              <a:t> </a:t>
            </a:r>
            <a:r>
              <a:rPr dirty="0"/>
              <a:t>that</a:t>
            </a:r>
            <a:r>
              <a:rPr dirty="0" spc="-55"/>
              <a:t> </a:t>
            </a:r>
            <a:r>
              <a:rPr dirty="0"/>
              <a:t>they</a:t>
            </a:r>
            <a:r>
              <a:rPr dirty="0" spc="-60"/>
              <a:t> </a:t>
            </a:r>
            <a:r>
              <a:rPr dirty="0"/>
              <a:t>are</a:t>
            </a:r>
            <a:r>
              <a:rPr dirty="0" spc="-55"/>
              <a:t> </a:t>
            </a:r>
            <a:r>
              <a:rPr dirty="0" spc="-20"/>
              <a:t>not.</a:t>
            </a:r>
          </a:p>
          <a:p>
            <a:pPr lvl="1" marL="698500" marR="374015" indent="-228600">
              <a:lnSpc>
                <a:spcPts val="2090"/>
              </a:lnSpc>
              <a:spcBef>
                <a:spcPts val="40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900">
                <a:latin typeface="Calibri"/>
                <a:cs typeface="Calibri"/>
              </a:rPr>
              <a:t>Monitoring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theories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seem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require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too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much self-</a:t>
            </a:r>
            <a:r>
              <a:rPr dirty="0" sz="1900" spc="-10">
                <a:latin typeface="Calibri"/>
                <a:cs typeface="Calibri"/>
              </a:rPr>
              <a:t>awareness.</a:t>
            </a:r>
            <a:endParaRPr sz="1900">
              <a:latin typeface="Calibri"/>
              <a:cs typeface="Calibri"/>
            </a:endParaRPr>
          </a:p>
          <a:p>
            <a:pPr lvl="1" marL="698500" marR="87630" indent="-228600">
              <a:lnSpc>
                <a:spcPct val="90900"/>
              </a:lnSpc>
              <a:spcBef>
                <a:spcPts val="384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900">
                <a:latin typeface="Calibri"/>
                <a:cs typeface="Calibri"/>
              </a:rPr>
              <a:t>Most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other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theories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associate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consciousness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with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“global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workspace”</a:t>
            </a:r>
            <a:r>
              <a:rPr dirty="0" sz="1900" spc="-2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of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information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processing </a:t>
            </a:r>
            <a:r>
              <a:rPr dirty="0" sz="1900">
                <a:latin typeface="Calibri"/>
                <a:cs typeface="Calibri"/>
              </a:rPr>
              <a:t>that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may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not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exist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octopuses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because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of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the </a:t>
            </a:r>
            <a:r>
              <a:rPr dirty="0" sz="1900" spc="-10">
                <a:latin typeface="Calibri"/>
                <a:cs typeface="Calibri"/>
              </a:rPr>
              <a:t>distributed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nature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of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their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nervous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systems.</a:t>
            </a:r>
            <a:endParaRPr sz="1900">
              <a:latin typeface="Calibri"/>
              <a:cs typeface="Calibri"/>
            </a:endParaRPr>
          </a:p>
          <a:p>
            <a:pPr marL="241300" marR="80010" indent="-228600">
              <a:lnSpc>
                <a:spcPts val="2090"/>
              </a:lnSpc>
              <a:spcBef>
                <a:spcPts val="94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Should</a:t>
            </a:r>
            <a:r>
              <a:rPr dirty="0" spc="-45"/>
              <a:t> </a:t>
            </a:r>
            <a:r>
              <a:rPr dirty="0"/>
              <a:t>we</a:t>
            </a:r>
            <a:r>
              <a:rPr dirty="0" spc="-40"/>
              <a:t> </a:t>
            </a:r>
            <a:r>
              <a:rPr dirty="0" spc="-10"/>
              <a:t>take</a:t>
            </a:r>
            <a:r>
              <a:rPr dirty="0" spc="-35"/>
              <a:t> </a:t>
            </a:r>
            <a:r>
              <a:rPr dirty="0"/>
              <a:t>this</a:t>
            </a:r>
            <a:r>
              <a:rPr dirty="0" spc="-50"/>
              <a:t> </a:t>
            </a:r>
            <a:r>
              <a:rPr dirty="0"/>
              <a:t>as</a:t>
            </a:r>
            <a:r>
              <a:rPr dirty="0" spc="-45"/>
              <a:t> </a:t>
            </a:r>
            <a:r>
              <a:rPr dirty="0"/>
              <a:t>evidence</a:t>
            </a:r>
            <a:r>
              <a:rPr dirty="0" spc="-40"/>
              <a:t> </a:t>
            </a:r>
            <a:r>
              <a:rPr dirty="0" spc="-10"/>
              <a:t>against</a:t>
            </a:r>
            <a:r>
              <a:rPr dirty="0" spc="-55"/>
              <a:t> </a:t>
            </a:r>
            <a:r>
              <a:rPr dirty="0"/>
              <a:t>these</a:t>
            </a:r>
            <a:r>
              <a:rPr dirty="0" spc="-40"/>
              <a:t> </a:t>
            </a:r>
            <a:r>
              <a:rPr dirty="0" spc="-10"/>
              <a:t>theories </a:t>
            </a:r>
            <a:r>
              <a:rPr dirty="0"/>
              <a:t>or</a:t>
            </a:r>
            <a:r>
              <a:rPr dirty="0" spc="-50"/>
              <a:t> </a:t>
            </a:r>
            <a:r>
              <a:rPr dirty="0"/>
              <a:t>as</a:t>
            </a:r>
            <a:r>
              <a:rPr dirty="0" spc="-50"/>
              <a:t> </a:t>
            </a:r>
            <a:r>
              <a:rPr dirty="0"/>
              <a:t>evidence</a:t>
            </a:r>
            <a:r>
              <a:rPr dirty="0" spc="-40"/>
              <a:t> </a:t>
            </a:r>
            <a:r>
              <a:rPr dirty="0" spc="-10"/>
              <a:t>against</a:t>
            </a:r>
            <a:r>
              <a:rPr dirty="0" spc="-40"/>
              <a:t> </a:t>
            </a:r>
            <a:r>
              <a:rPr dirty="0"/>
              <a:t>consciousness</a:t>
            </a:r>
            <a:r>
              <a:rPr dirty="0" spc="-50"/>
              <a:t> </a:t>
            </a:r>
            <a:r>
              <a:rPr dirty="0"/>
              <a:t>in</a:t>
            </a:r>
            <a:r>
              <a:rPr dirty="0" spc="-40"/>
              <a:t> </a:t>
            </a:r>
            <a:r>
              <a:rPr dirty="0" spc="-10"/>
              <a:t>octopuses?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206" y="542035"/>
            <a:ext cx="484187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Other</a:t>
            </a:r>
            <a:r>
              <a:rPr dirty="0" sz="3600" spc="-45"/>
              <a:t> </a:t>
            </a:r>
            <a:r>
              <a:rPr dirty="0" sz="3600"/>
              <a:t>kinds</a:t>
            </a:r>
            <a:r>
              <a:rPr dirty="0" sz="3600" spc="-45"/>
              <a:t> </a:t>
            </a:r>
            <a:r>
              <a:rPr dirty="0" sz="3600"/>
              <a:t>of</a:t>
            </a:r>
            <a:r>
              <a:rPr dirty="0" sz="3600" spc="-40"/>
              <a:t> </a:t>
            </a:r>
            <a:r>
              <a:rPr dirty="0" sz="3600" spc="-10"/>
              <a:t>intelligence</a:t>
            </a:r>
            <a:endParaRPr sz="3600"/>
          </a:p>
        </p:txBody>
      </p:sp>
      <p:sp>
        <p:nvSpPr>
          <p:cNvPr id="3" name="object 3" descr=""/>
          <p:cNvSpPr txBox="1"/>
          <p:nvPr/>
        </p:nvSpPr>
        <p:spPr>
          <a:xfrm>
            <a:off x="722209" y="1776984"/>
            <a:ext cx="3741420" cy="3512820"/>
          </a:xfrm>
          <a:prstGeom prst="rect">
            <a:avLst/>
          </a:prstGeom>
        </p:spPr>
        <p:txBody>
          <a:bodyPr wrap="square" lIns="0" tIns="45719" rIns="0" bIns="0" rtlCol="0" vert="horz">
            <a:spAutoFit/>
          </a:bodyPr>
          <a:lstStyle/>
          <a:p>
            <a:pPr marL="241300" marR="50800" indent="-228600">
              <a:lnSpc>
                <a:spcPts val="1800"/>
              </a:lnSpc>
              <a:spcBef>
                <a:spcPts val="35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It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even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less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clear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what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other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forms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of </a:t>
            </a:r>
            <a:r>
              <a:rPr dirty="0" sz="1700" spc="-10">
                <a:latin typeface="Calibri"/>
                <a:cs typeface="Calibri"/>
              </a:rPr>
              <a:t>intelligence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may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be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conscious.</a:t>
            </a:r>
            <a:endParaRPr sz="1700">
              <a:latin typeface="Calibri"/>
              <a:cs typeface="Calibri"/>
            </a:endParaRPr>
          </a:p>
          <a:p>
            <a:pPr lvl="1" marL="697865" marR="46355" indent="-228600">
              <a:lnSpc>
                <a:spcPts val="1800"/>
              </a:lnSpc>
              <a:spcBef>
                <a:spcPts val="60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700">
                <a:latin typeface="Calibri"/>
                <a:cs typeface="Calibri"/>
              </a:rPr>
              <a:t>Could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future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AI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that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works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really </a:t>
            </a:r>
            <a:r>
              <a:rPr dirty="0" sz="1700">
                <a:latin typeface="Calibri"/>
                <a:cs typeface="Calibri"/>
              </a:rPr>
              <a:t>well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(nothing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like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today’s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digital assistants!)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be </a:t>
            </a:r>
            <a:r>
              <a:rPr dirty="0" sz="1700" spc="-10">
                <a:latin typeface="Calibri"/>
                <a:cs typeface="Calibri"/>
              </a:rPr>
              <a:t>conscious?</a:t>
            </a:r>
            <a:endParaRPr sz="1700">
              <a:latin typeface="Calibri"/>
              <a:cs typeface="Calibri"/>
            </a:endParaRPr>
          </a:p>
          <a:p>
            <a:pPr lvl="2" marL="1155065" marR="5080" indent="-228600">
              <a:lnSpc>
                <a:spcPct val="89200"/>
              </a:lnSpc>
              <a:spcBef>
                <a:spcPts val="560"/>
              </a:spcBef>
              <a:buFont typeface="Arial MT"/>
              <a:buChar char="•"/>
              <a:tabLst>
                <a:tab pos="1155065" algn="l"/>
              </a:tabLst>
            </a:pPr>
            <a:r>
              <a:rPr dirty="0" sz="1700" spc="-50">
                <a:latin typeface="Calibri"/>
                <a:cs typeface="Calibri"/>
              </a:rPr>
              <a:t>Today, </a:t>
            </a:r>
            <a:r>
              <a:rPr dirty="0" sz="1700">
                <a:latin typeface="Calibri"/>
                <a:cs typeface="Calibri"/>
              </a:rPr>
              <a:t>it’s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easy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imagine </a:t>
            </a:r>
            <a:r>
              <a:rPr dirty="0" sz="1700">
                <a:latin typeface="Calibri"/>
                <a:cs typeface="Calibri"/>
              </a:rPr>
              <a:t>complex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programs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that </a:t>
            </a:r>
            <a:r>
              <a:rPr dirty="0" sz="1700" spc="-10">
                <a:latin typeface="Calibri"/>
                <a:cs typeface="Calibri"/>
              </a:rPr>
              <a:t>communicate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like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humans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by </a:t>
            </a:r>
            <a:r>
              <a:rPr dirty="0" sz="1700">
                <a:latin typeface="Calibri"/>
                <a:cs typeface="Calibri"/>
              </a:rPr>
              <a:t>drawing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on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vast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data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but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that </a:t>
            </a:r>
            <a:r>
              <a:rPr dirty="0" sz="1700">
                <a:latin typeface="Calibri"/>
                <a:cs typeface="Calibri"/>
              </a:rPr>
              <a:t>do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this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completely unconsciously.</a:t>
            </a:r>
            <a:endParaRPr sz="1700">
              <a:latin typeface="Calibri"/>
              <a:cs typeface="Calibri"/>
            </a:endParaRPr>
          </a:p>
          <a:p>
            <a:pPr lvl="2" marL="1155065" marR="64769" indent="-228600">
              <a:lnSpc>
                <a:spcPct val="91200"/>
              </a:lnSpc>
              <a:spcBef>
                <a:spcPts val="540"/>
              </a:spcBef>
              <a:buFont typeface="Arial MT"/>
              <a:buChar char="•"/>
              <a:tabLst>
                <a:tab pos="1155065" algn="l"/>
              </a:tabLst>
            </a:pPr>
            <a:r>
              <a:rPr dirty="0" sz="1700">
                <a:latin typeface="Calibri"/>
                <a:cs typeface="Calibri"/>
              </a:rPr>
              <a:t>But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assume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that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20" i="1">
                <a:latin typeface="Calibri"/>
                <a:cs typeface="Calibri"/>
              </a:rPr>
              <a:t>very </a:t>
            </a:r>
            <a:r>
              <a:rPr dirty="0" sz="1700" i="1">
                <a:latin typeface="Calibri"/>
                <a:cs typeface="Calibri"/>
              </a:rPr>
              <a:t>very</a:t>
            </a:r>
            <a:r>
              <a:rPr dirty="0" sz="1700" spc="-60" i="1">
                <a:latin typeface="Calibri"/>
                <a:cs typeface="Calibri"/>
              </a:rPr>
              <a:t> </a:t>
            </a:r>
            <a:r>
              <a:rPr dirty="0" sz="1700" i="1">
                <a:latin typeface="Calibri"/>
                <a:cs typeface="Calibri"/>
              </a:rPr>
              <a:t>complex</a:t>
            </a:r>
            <a:r>
              <a:rPr dirty="0" sz="1700" spc="-50" i="1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machines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will </a:t>
            </a:r>
            <a:r>
              <a:rPr dirty="0" sz="1700">
                <a:latin typeface="Calibri"/>
                <a:cs typeface="Calibri"/>
              </a:rPr>
              <a:t>always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be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unconscious?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79409" y="5294376"/>
            <a:ext cx="3305175" cy="75692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240665" marR="5080" indent="-228600">
              <a:lnSpc>
                <a:spcPct val="91200"/>
              </a:lnSpc>
              <a:spcBef>
                <a:spcPts val="2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700">
                <a:latin typeface="Calibri"/>
                <a:cs typeface="Calibri"/>
              </a:rPr>
              <a:t>How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could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tell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if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little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creatures </a:t>
            </a:r>
            <a:r>
              <a:rPr dirty="0" sz="1700">
                <a:latin typeface="Calibri"/>
                <a:cs typeface="Calibri"/>
              </a:rPr>
              <a:t>found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underground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lakes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on </a:t>
            </a:r>
            <a:r>
              <a:rPr dirty="0" sz="1700">
                <a:latin typeface="Calibri"/>
                <a:cs typeface="Calibri"/>
              </a:rPr>
              <a:t>Mars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are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conscious?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8622544" y="1"/>
            <a:ext cx="3569970" cy="6144895"/>
            <a:chOff x="8622544" y="1"/>
            <a:chExt cx="3569970" cy="6144895"/>
          </a:xfrm>
        </p:grpSpPr>
        <p:sp>
          <p:nvSpPr>
            <p:cNvPr id="6" name="object 6" descr=""/>
            <p:cNvSpPr/>
            <p:nvPr/>
          </p:nvSpPr>
          <p:spPr>
            <a:xfrm>
              <a:off x="11219282" y="12"/>
              <a:ext cx="972819" cy="1935480"/>
            </a:xfrm>
            <a:custGeom>
              <a:avLst/>
              <a:gdLst/>
              <a:ahLst/>
              <a:cxnLst/>
              <a:rect l="l" t="t" r="r" b="b"/>
              <a:pathLst>
                <a:path w="972820" h="1935480">
                  <a:moveTo>
                    <a:pt x="972705" y="0"/>
                  </a:moveTo>
                  <a:lnTo>
                    <a:pt x="0" y="967651"/>
                  </a:lnTo>
                  <a:lnTo>
                    <a:pt x="177406" y="1144143"/>
                  </a:lnTo>
                  <a:lnTo>
                    <a:pt x="0" y="1321549"/>
                  </a:lnTo>
                  <a:lnTo>
                    <a:pt x="348691" y="1670227"/>
                  </a:lnTo>
                  <a:lnTo>
                    <a:pt x="526999" y="1491919"/>
                  </a:lnTo>
                  <a:lnTo>
                    <a:pt x="972705" y="1935302"/>
                  </a:lnTo>
                  <a:lnTo>
                    <a:pt x="972705" y="0"/>
                  </a:lnTo>
                  <a:close/>
                </a:path>
              </a:pathLst>
            </a:custGeom>
            <a:solidFill>
              <a:srgbClr val="FFC000">
                <a:alpha val="3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22544" y="1779203"/>
              <a:ext cx="2804941" cy="4365668"/>
            </a:xfrm>
            <a:prstGeom prst="rect">
              <a:avLst/>
            </a:prstGeom>
          </p:spPr>
        </p:pic>
      </p:grpSp>
      <p:sp>
        <p:nvSpPr>
          <p:cNvPr id="8" name="object 8" descr=""/>
          <p:cNvSpPr/>
          <p:nvPr/>
        </p:nvSpPr>
        <p:spPr>
          <a:xfrm>
            <a:off x="0" y="4601502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008786"/>
                </a:moveTo>
                <a:lnTo>
                  <a:pt x="0" y="0"/>
                </a:lnTo>
                <a:lnTo>
                  <a:pt x="0" y="2017585"/>
                </a:lnTo>
                <a:lnTo>
                  <a:pt x="488721" y="1531391"/>
                </a:lnTo>
                <a:lnTo>
                  <a:pt x="670699" y="1713357"/>
                </a:lnTo>
                <a:lnTo>
                  <a:pt x="1014056" y="1369999"/>
                </a:lnTo>
                <a:lnTo>
                  <a:pt x="832980" y="1188935"/>
                </a:lnTo>
                <a:lnTo>
                  <a:pt x="1014056" y="1008786"/>
                </a:lnTo>
                <a:close/>
              </a:path>
            </a:pathLst>
          </a:custGeom>
          <a:solidFill>
            <a:srgbClr val="4472C4">
              <a:alpha val="301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9240668" y="5944818"/>
            <a:ext cx="2186940" cy="20066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46990" rIns="0" bIns="0" rtlCol="0" vert="horz">
            <a:spAutoFit/>
          </a:bodyPr>
          <a:lstStyle/>
          <a:p>
            <a:pPr marL="111760">
              <a:lnSpc>
                <a:spcPct val="100000"/>
              </a:lnSpc>
              <a:spcBef>
                <a:spcPts val="370"/>
              </a:spcBef>
            </a:pPr>
            <a:r>
              <a:rPr dirty="0" u="sng" sz="7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This</a:t>
            </a:r>
            <a:r>
              <a:rPr dirty="0" u="sng" sz="700" spc="-1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7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Photo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Unknown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Author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licensed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under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u="sng" sz="7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CC</a:t>
            </a:r>
            <a:r>
              <a:rPr dirty="0" u="sng" sz="700" spc="-1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70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BY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75240" y="911859"/>
            <a:ext cx="4745355" cy="1181100"/>
          </a:xfrm>
          <a:prstGeom prst="rect"/>
        </p:spPr>
        <p:txBody>
          <a:bodyPr wrap="square" lIns="0" tIns="83820" rIns="0" bIns="0" rtlCol="0" vert="horz">
            <a:spAutoFit/>
          </a:bodyPr>
          <a:lstStyle/>
          <a:p>
            <a:pPr marL="12700" marR="5080">
              <a:lnSpc>
                <a:spcPts val="4300"/>
              </a:lnSpc>
              <a:spcBef>
                <a:spcPts val="660"/>
              </a:spcBef>
            </a:pPr>
            <a:r>
              <a:rPr dirty="0" sz="4000"/>
              <a:t>Justifying</a:t>
            </a:r>
            <a:r>
              <a:rPr dirty="0" sz="4000" spc="-90"/>
              <a:t> </a:t>
            </a:r>
            <a:r>
              <a:rPr dirty="0" sz="4000"/>
              <a:t>belief</a:t>
            </a:r>
            <a:r>
              <a:rPr dirty="0" sz="4000" spc="-85"/>
              <a:t> </a:t>
            </a:r>
            <a:r>
              <a:rPr dirty="0" sz="4000"/>
              <a:t>in</a:t>
            </a:r>
            <a:r>
              <a:rPr dirty="0" sz="4000" spc="-90"/>
              <a:t> </a:t>
            </a:r>
            <a:r>
              <a:rPr dirty="0" sz="4000" spc="-10"/>
              <a:t>alien consciousness</a:t>
            </a:r>
            <a:endParaRPr sz="40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1988" y="918640"/>
            <a:ext cx="2948447" cy="458902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675241" y="2388108"/>
            <a:ext cx="5273675" cy="128460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241300" marR="5080" indent="-228600">
              <a:lnSpc>
                <a:spcPct val="91500"/>
              </a:lnSpc>
              <a:spcBef>
                <a:spcPts val="3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arguments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previously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justify </a:t>
            </a:r>
            <a:r>
              <a:rPr dirty="0" sz="2000">
                <a:latin typeface="Calibri"/>
                <a:cs typeface="Calibri"/>
              </a:rPr>
              <a:t>our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beliefs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mental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people </a:t>
            </a:r>
            <a:r>
              <a:rPr dirty="0" sz="2000">
                <a:latin typeface="Calibri"/>
                <a:cs typeface="Calibri"/>
              </a:rPr>
              <a:t>don’t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seem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alien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minds.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Calibri"/>
                <a:cs typeface="Calibri"/>
              </a:rPr>
              <a:t>Let’s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go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back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arguments.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6397751"/>
            <a:ext cx="12192000" cy="460375"/>
            <a:chOff x="0" y="6397751"/>
            <a:chExt cx="12192000" cy="46037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00798"/>
              <a:ext cx="12192000" cy="456772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38600" y="6397751"/>
              <a:ext cx="8150352" cy="460248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2293618" y="5307610"/>
            <a:ext cx="2186940" cy="20066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46990" rIns="0" bIns="0" rtlCol="0" vert="horz">
            <a:spAutoFit/>
          </a:bodyPr>
          <a:lstStyle/>
          <a:p>
            <a:pPr marL="111760">
              <a:lnSpc>
                <a:spcPct val="100000"/>
              </a:lnSpc>
              <a:spcBef>
                <a:spcPts val="370"/>
              </a:spcBef>
            </a:pPr>
            <a:r>
              <a:rPr dirty="0" u="sng" sz="7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This</a:t>
            </a:r>
            <a:r>
              <a:rPr dirty="0" u="sng" sz="700" spc="-1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7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Photo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Unknown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Author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licensed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under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u="sng" sz="7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CC</a:t>
            </a:r>
            <a:r>
              <a:rPr dirty="0" u="sng" sz="700" spc="-1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70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BY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976734" y="6535501"/>
            <a:ext cx="96520" cy="19621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100" spc="-5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52847" y="619770"/>
            <a:ext cx="1153795" cy="876300"/>
            <a:chOff x="952847" y="619770"/>
            <a:chExt cx="1153795" cy="876300"/>
          </a:xfrm>
        </p:grpSpPr>
        <p:sp>
          <p:nvSpPr>
            <p:cNvPr id="3" name="object 3" descr=""/>
            <p:cNvSpPr/>
            <p:nvPr/>
          </p:nvSpPr>
          <p:spPr>
            <a:xfrm>
              <a:off x="967134" y="885883"/>
              <a:ext cx="671830" cy="595630"/>
            </a:xfrm>
            <a:custGeom>
              <a:avLst/>
              <a:gdLst/>
              <a:ahLst/>
              <a:cxnLst/>
              <a:rect l="l" t="t" r="r" b="b"/>
              <a:pathLst>
                <a:path w="671830" h="595630">
                  <a:moveTo>
                    <a:pt x="191636" y="595380"/>
                  </a:moveTo>
                  <a:lnTo>
                    <a:pt x="150340" y="572149"/>
                  </a:lnTo>
                  <a:lnTo>
                    <a:pt x="66782" y="427405"/>
                  </a:lnTo>
                  <a:lnTo>
                    <a:pt x="23873" y="353076"/>
                  </a:lnTo>
                  <a:lnTo>
                    <a:pt x="8065" y="325692"/>
                  </a:lnTo>
                  <a:lnTo>
                    <a:pt x="5807" y="321780"/>
                  </a:lnTo>
                  <a:lnTo>
                    <a:pt x="1451" y="310380"/>
                  </a:lnTo>
                  <a:lnTo>
                    <a:pt x="0" y="297690"/>
                  </a:lnTo>
                  <a:lnTo>
                    <a:pt x="1451" y="284999"/>
                  </a:lnTo>
                  <a:lnTo>
                    <a:pt x="5807" y="273599"/>
                  </a:lnTo>
                  <a:lnTo>
                    <a:pt x="89365" y="128854"/>
                  </a:lnTo>
                  <a:lnTo>
                    <a:pt x="132274" y="54526"/>
                  </a:lnTo>
                  <a:lnTo>
                    <a:pt x="157519" y="14155"/>
                  </a:lnTo>
                  <a:lnTo>
                    <a:pt x="191636" y="0"/>
                  </a:lnTo>
                  <a:lnTo>
                    <a:pt x="358753" y="0"/>
                  </a:lnTo>
                  <a:lnTo>
                    <a:pt x="444570" y="0"/>
                  </a:lnTo>
                  <a:lnTo>
                    <a:pt x="476187" y="0"/>
                  </a:lnTo>
                  <a:lnTo>
                    <a:pt x="480703" y="0"/>
                  </a:lnTo>
                  <a:lnTo>
                    <a:pt x="492237" y="1814"/>
                  </a:lnTo>
                  <a:lnTo>
                    <a:pt x="605557" y="167974"/>
                  </a:lnTo>
                  <a:lnTo>
                    <a:pt x="648465" y="242303"/>
                  </a:lnTo>
                  <a:lnTo>
                    <a:pt x="664274" y="269687"/>
                  </a:lnTo>
                  <a:lnTo>
                    <a:pt x="666532" y="273599"/>
                  </a:lnTo>
                  <a:lnTo>
                    <a:pt x="670404" y="284999"/>
                  </a:lnTo>
                  <a:lnTo>
                    <a:pt x="671694" y="297690"/>
                  </a:lnTo>
                  <a:lnTo>
                    <a:pt x="670404" y="310380"/>
                  </a:lnTo>
                  <a:lnTo>
                    <a:pt x="666532" y="321780"/>
                  </a:lnTo>
                  <a:lnTo>
                    <a:pt x="582974" y="466525"/>
                  </a:lnTo>
                  <a:lnTo>
                    <a:pt x="540065" y="540853"/>
                  </a:lnTo>
                  <a:lnTo>
                    <a:pt x="524257" y="568237"/>
                  </a:lnTo>
                  <a:lnTo>
                    <a:pt x="492237" y="593565"/>
                  </a:lnTo>
                  <a:lnTo>
                    <a:pt x="480703" y="595380"/>
                  </a:lnTo>
                  <a:lnTo>
                    <a:pt x="191636" y="59538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544667" y="634057"/>
              <a:ext cx="548005" cy="485775"/>
            </a:xfrm>
            <a:custGeom>
              <a:avLst/>
              <a:gdLst/>
              <a:ahLst/>
              <a:cxnLst/>
              <a:rect l="l" t="t" r="r" b="b"/>
              <a:pathLst>
                <a:path w="548005" h="485775">
                  <a:moveTo>
                    <a:pt x="156206" y="485306"/>
                  </a:moveTo>
                  <a:lnTo>
                    <a:pt x="122545" y="466370"/>
                  </a:lnTo>
                  <a:lnTo>
                    <a:pt x="54435" y="348386"/>
                  </a:lnTo>
                  <a:lnTo>
                    <a:pt x="19460" y="287799"/>
                  </a:lnTo>
                  <a:lnTo>
                    <a:pt x="6574" y="265478"/>
                  </a:lnTo>
                  <a:lnTo>
                    <a:pt x="4733" y="262289"/>
                  </a:lnTo>
                  <a:lnTo>
                    <a:pt x="1183" y="252997"/>
                  </a:lnTo>
                  <a:lnTo>
                    <a:pt x="0" y="242653"/>
                  </a:lnTo>
                  <a:lnTo>
                    <a:pt x="1183" y="232308"/>
                  </a:lnTo>
                  <a:lnTo>
                    <a:pt x="4733" y="223016"/>
                  </a:lnTo>
                  <a:lnTo>
                    <a:pt x="72843" y="105032"/>
                  </a:lnTo>
                  <a:lnTo>
                    <a:pt x="107819" y="44445"/>
                  </a:lnTo>
                  <a:lnTo>
                    <a:pt x="128397" y="11538"/>
                  </a:lnTo>
                  <a:lnTo>
                    <a:pt x="156206" y="0"/>
                  </a:lnTo>
                  <a:lnTo>
                    <a:pt x="292426" y="0"/>
                  </a:lnTo>
                  <a:lnTo>
                    <a:pt x="362377" y="0"/>
                  </a:lnTo>
                  <a:lnTo>
                    <a:pt x="388149" y="0"/>
                  </a:lnTo>
                  <a:lnTo>
                    <a:pt x="391831" y="0"/>
                  </a:lnTo>
                  <a:lnTo>
                    <a:pt x="401232" y="1479"/>
                  </a:lnTo>
                  <a:lnTo>
                    <a:pt x="410765" y="5522"/>
                  </a:lnTo>
                  <a:lnTo>
                    <a:pt x="419246" y="11538"/>
                  </a:lnTo>
                  <a:lnTo>
                    <a:pt x="425491" y="18935"/>
                  </a:lnTo>
                  <a:lnTo>
                    <a:pt x="493601" y="136919"/>
                  </a:lnTo>
                  <a:lnTo>
                    <a:pt x="528577" y="197506"/>
                  </a:lnTo>
                  <a:lnTo>
                    <a:pt x="541463" y="219827"/>
                  </a:lnTo>
                  <a:lnTo>
                    <a:pt x="543304" y="223016"/>
                  </a:lnTo>
                  <a:lnTo>
                    <a:pt x="546459" y="232308"/>
                  </a:lnTo>
                  <a:lnTo>
                    <a:pt x="547511" y="242653"/>
                  </a:lnTo>
                  <a:lnTo>
                    <a:pt x="546459" y="252997"/>
                  </a:lnTo>
                  <a:lnTo>
                    <a:pt x="543304" y="262289"/>
                  </a:lnTo>
                  <a:lnTo>
                    <a:pt x="475193" y="380274"/>
                  </a:lnTo>
                  <a:lnTo>
                    <a:pt x="440218" y="440860"/>
                  </a:lnTo>
                  <a:lnTo>
                    <a:pt x="427332" y="463181"/>
                  </a:lnTo>
                  <a:lnTo>
                    <a:pt x="425491" y="466370"/>
                  </a:lnTo>
                  <a:lnTo>
                    <a:pt x="419246" y="473767"/>
                  </a:lnTo>
                  <a:lnTo>
                    <a:pt x="410765" y="479783"/>
                  </a:lnTo>
                  <a:lnTo>
                    <a:pt x="401232" y="483826"/>
                  </a:lnTo>
                  <a:lnTo>
                    <a:pt x="391831" y="485306"/>
                  </a:lnTo>
                  <a:lnTo>
                    <a:pt x="156206" y="485306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43939" y="2859531"/>
            <a:ext cx="222758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20"/>
              <a:t>Perception</a:t>
            </a:r>
            <a:endParaRPr sz="4000"/>
          </a:p>
        </p:txBody>
      </p:sp>
      <p:grpSp>
        <p:nvGrpSpPr>
          <p:cNvPr id="6" name="object 6" descr=""/>
          <p:cNvGrpSpPr/>
          <p:nvPr/>
        </p:nvGrpSpPr>
        <p:grpSpPr>
          <a:xfrm>
            <a:off x="4518556" y="608657"/>
            <a:ext cx="7242809" cy="5185410"/>
            <a:chOff x="4518556" y="608657"/>
            <a:chExt cx="7242809" cy="5185410"/>
          </a:xfrm>
        </p:grpSpPr>
        <p:sp>
          <p:nvSpPr>
            <p:cNvPr id="7" name="object 7" descr=""/>
            <p:cNvSpPr/>
            <p:nvPr/>
          </p:nvSpPr>
          <p:spPr>
            <a:xfrm>
              <a:off x="7078174" y="1653645"/>
              <a:ext cx="4657725" cy="4115435"/>
            </a:xfrm>
            <a:custGeom>
              <a:avLst/>
              <a:gdLst/>
              <a:ahLst/>
              <a:cxnLst/>
              <a:rect l="l" t="t" r="r" b="b"/>
              <a:pathLst>
                <a:path w="4657725" h="4115435">
                  <a:moveTo>
                    <a:pt x="3316389" y="0"/>
                  </a:moveTo>
                  <a:lnTo>
                    <a:pt x="2174280" y="0"/>
                  </a:lnTo>
                  <a:lnTo>
                    <a:pt x="1587791" y="0"/>
                  </a:lnTo>
                  <a:lnTo>
                    <a:pt x="1371717" y="0"/>
                  </a:lnTo>
                  <a:lnTo>
                    <a:pt x="1340849" y="0"/>
                  </a:lnTo>
                  <a:lnTo>
                    <a:pt x="1293522" y="3138"/>
                  </a:lnTo>
                  <a:lnTo>
                    <a:pt x="1247845" y="12354"/>
                  </a:lnTo>
                  <a:lnTo>
                    <a:pt x="1204269" y="27349"/>
                  </a:lnTo>
                  <a:lnTo>
                    <a:pt x="1163242" y="47824"/>
                  </a:lnTo>
                  <a:lnTo>
                    <a:pt x="1125216" y="73480"/>
                  </a:lnTo>
                  <a:lnTo>
                    <a:pt x="1090640" y="104018"/>
                  </a:lnTo>
                  <a:lnTo>
                    <a:pt x="1059964" y="139139"/>
                  </a:lnTo>
                  <a:lnTo>
                    <a:pt x="1033638" y="178544"/>
                  </a:lnTo>
                  <a:lnTo>
                    <a:pt x="463817" y="1164059"/>
                  </a:lnTo>
                  <a:lnTo>
                    <a:pt x="171206" y="1670134"/>
                  </a:lnTo>
                  <a:lnTo>
                    <a:pt x="63402" y="1856583"/>
                  </a:lnTo>
                  <a:lnTo>
                    <a:pt x="48001" y="1883219"/>
                  </a:lnTo>
                  <a:lnTo>
                    <a:pt x="27001" y="1924351"/>
                  </a:lnTo>
                  <a:lnTo>
                    <a:pt x="12000" y="1967576"/>
                  </a:lnTo>
                  <a:lnTo>
                    <a:pt x="3000" y="2012195"/>
                  </a:lnTo>
                  <a:lnTo>
                    <a:pt x="0" y="2057512"/>
                  </a:lnTo>
                  <a:lnTo>
                    <a:pt x="3000" y="2102829"/>
                  </a:lnTo>
                  <a:lnTo>
                    <a:pt x="12000" y="2147449"/>
                  </a:lnTo>
                  <a:lnTo>
                    <a:pt x="27001" y="2190673"/>
                  </a:lnTo>
                  <a:lnTo>
                    <a:pt x="48001" y="2231806"/>
                  </a:lnTo>
                  <a:lnTo>
                    <a:pt x="617822" y="3217320"/>
                  </a:lnTo>
                  <a:lnTo>
                    <a:pt x="910433" y="3723395"/>
                  </a:lnTo>
                  <a:lnTo>
                    <a:pt x="1018237" y="3909844"/>
                  </a:lnTo>
                  <a:lnTo>
                    <a:pt x="1059964" y="3975885"/>
                  </a:lnTo>
                  <a:lnTo>
                    <a:pt x="1090640" y="4011006"/>
                  </a:lnTo>
                  <a:lnTo>
                    <a:pt x="1125216" y="4041544"/>
                  </a:lnTo>
                  <a:lnTo>
                    <a:pt x="1163242" y="4067200"/>
                  </a:lnTo>
                  <a:lnTo>
                    <a:pt x="1204269" y="4087675"/>
                  </a:lnTo>
                  <a:lnTo>
                    <a:pt x="1247845" y="4102670"/>
                  </a:lnTo>
                  <a:lnTo>
                    <a:pt x="1293522" y="4111886"/>
                  </a:lnTo>
                  <a:lnTo>
                    <a:pt x="1340849" y="4115025"/>
                  </a:lnTo>
                  <a:lnTo>
                    <a:pt x="2482958" y="4115025"/>
                  </a:lnTo>
                  <a:lnTo>
                    <a:pt x="3069446" y="4115025"/>
                  </a:lnTo>
                  <a:lnTo>
                    <a:pt x="3285521" y="4115025"/>
                  </a:lnTo>
                  <a:lnTo>
                    <a:pt x="3316389" y="4115025"/>
                  </a:lnTo>
                  <a:lnTo>
                    <a:pt x="3362482" y="4111886"/>
                  </a:lnTo>
                  <a:lnTo>
                    <a:pt x="3407526" y="4102670"/>
                  </a:lnTo>
                  <a:lnTo>
                    <a:pt x="3450869" y="4087675"/>
                  </a:lnTo>
                  <a:lnTo>
                    <a:pt x="3491862" y="4067200"/>
                  </a:lnTo>
                  <a:lnTo>
                    <a:pt x="3529855" y="4041544"/>
                  </a:lnTo>
                  <a:lnTo>
                    <a:pt x="3564198" y="4011006"/>
                  </a:lnTo>
                  <a:lnTo>
                    <a:pt x="3594241" y="3975885"/>
                  </a:lnTo>
                  <a:lnTo>
                    <a:pt x="3619334" y="3936480"/>
                  </a:lnTo>
                  <a:lnTo>
                    <a:pt x="4191622" y="2950965"/>
                  </a:lnTo>
                  <a:lnTo>
                    <a:pt x="4485499" y="2444890"/>
                  </a:lnTo>
                  <a:lnTo>
                    <a:pt x="4593770" y="2258441"/>
                  </a:lnTo>
                  <a:lnTo>
                    <a:pt x="4609237" y="2231806"/>
                  </a:lnTo>
                  <a:lnTo>
                    <a:pt x="4630238" y="2190673"/>
                  </a:lnTo>
                  <a:lnTo>
                    <a:pt x="4645238" y="2147449"/>
                  </a:lnTo>
                  <a:lnTo>
                    <a:pt x="4654238" y="2102829"/>
                  </a:lnTo>
                  <a:lnTo>
                    <a:pt x="4657238" y="2057512"/>
                  </a:lnTo>
                  <a:lnTo>
                    <a:pt x="4654238" y="2012195"/>
                  </a:lnTo>
                  <a:lnTo>
                    <a:pt x="4645238" y="1967576"/>
                  </a:lnTo>
                  <a:lnTo>
                    <a:pt x="4630238" y="1924351"/>
                  </a:lnTo>
                  <a:lnTo>
                    <a:pt x="4609237" y="1883219"/>
                  </a:lnTo>
                  <a:lnTo>
                    <a:pt x="4036949" y="897704"/>
                  </a:lnTo>
                  <a:lnTo>
                    <a:pt x="3743072" y="391628"/>
                  </a:lnTo>
                  <a:lnTo>
                    <a:pt x="3634801" y="205180"/>
                  </a:lnTo>
                  <a:lnTo>
                    <a:pt x="3619334" y="178544"/>
                  </a:lnTo>
                  <a:lnTo>
                    <a:pt x="3594241" y="139139"/>
                  </a:lnTo>
                  <a:lnTo>
                    <a:pt x="3564198" y="104018"/>
                  </a:lnTo>
                  <a:lnTo>
                    <a:pt x="3529855" y="73480"/>
                  </a:lnTo>
                  <a:lnTo>
                    <a:pt x="3491862" y="47824"/>
                  </a:lnTo>
                  <a:lnTo>
                    <a:pt x="3450869" y="27349"/>
                  </a:lnTo>
                  <a:lnTo>
                    <a:pt x="3407526" y="12354"/>
                  </a:lnTo>
                  <a:lnTo>
                    <a:pt x="3362482" y="3138"/>
                  </a:lnTo>
                  <a:lnTo>
                    <a:pt x="3316389" y="0"/>
                  </a:lnTo>
                  <a:close/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543956" y="634057"/>
              <a:ext cx="3152775" cy="2796540"/>
            </a:xfrm>
            <a:custGeom>
              <a:avLst/>
              <a:gdLst/>
              <a:ahLst/>
              <a:cxnLst/>
              <a:rect l="l" t="t" r="r" b="b"/>
              <a:pathLst>
                <a:path w="3152775" h="2796540">
                  <a:moveTo>
                    <a:pt x="898943" y="0"/>
                  </a:moveTo>
                  <a:lnTo>
                    <a:pt x="1683823" y="0"/>
                  </a:lnTo>
                  <a:lnTo>
                    <a:pt x="2086869" y="0"/>
                  </a:lnTo>
                  <a:lnTo>
                    <a:pt x="2235360" y="0"/>
                  </a:lnTo>
                  <a:lnTo>
                    <a:pt x="2256573" y="0"/>
                  </a:lnTo>
                  <a:lnTo>
                    <a:pt x="2299629" y="5527"/>
                  </a:lnTo>
                  <a:lnTo>
                    <a:pt x="2344043" y="20947"/>
                  </a:lnTo>
                  <a:lnTo>
                    <a:pt x="2386323" y="44513"/>
                  </a:lnTo>
                  <a:lnTo>
                    <a:pt x="2422979" y="74480"/>
                  </a:lnTo>
                  <a:lnTo>
                    <a:pt x="2450520" y="109102"/>
                  </a:lnTo>
                  <a:lnTo>
                    <a:pt x="2842959" y="788907"/>
                  </a:lnTo>
                  <a:lnTo>
                    <a:pt x="3044482" y="1137996"/>
                  </a:lnTo>
                  <a:lnTo>
                    <a:pt x="3118727" y="1266607"/>
                  </a:lnTo>
                  <a:lnTo>
                    <a:pt x="3129334" y="1284981"/>
                  </a:lnTo>
                  <a:lnTo>
                    <a:pt x="3144850" y="1327134"/>
                  </a:lnTo>
                  <a:lnTo>
                    <a:pt x="3152608" y="1373943"/>
                  </a:lnTo>
                  <a:lnTo>
                    <a:pt x="3152608" y="1422303"/>
                  </a:lnTo>
                  <a:lnTo>
                    <a:pt x="3144850" y="1469112"/>
                  </a:lnTo>
                  <a:lnTo>
                    <a:pt x="3129334" y="1511267"/>
                  </a:lnTo>
                  <a:lnTo>
                    <a:pt x="2736894" y="2191070"/>
                  </a:lnTo>
                  <a:lnTo>
                    <a:pt x="2535372" y="2540159"/>
                  </a:lnTo>
                  <a:lnTo>
                    <a:pt x="2461126" y="2668770"/>
                  </a:lnTo>
                  <a:lnTo>
                    <a:pt x="2450520" y="2687144"/>
                  </a:lnTo>
                  <a:lnTo>
                    <a:pt x="2422979" y="2721766"/>
                  </a:lnTo>
                  <a:lnTo>
                    <a:pt x="2386323" y="2751733"/>
                  </a:lnTo>
                  <a:lnTo>
                    <a:pt x="2344043" y="2775299"/>
                  </a:lnTo>
                  <a:lnTo>
                    <a:pt x="2299629" y="2790719"/>
                  </a:lnTo>
                  <a:lnTo>
                    <a:pt x="2256573" y="2796247"/>
                  </a:lnTo>
                  <a:lnTo>
                    <a:pt x="898943" y="2796247"/>
                  </a:lnTo>
                  <a:lnTo>
                    <a:pt x="853948" y="2790719"/>
                  </a:lnTo>
                  <a:lnTo>
                    <a:pt x="808565" y="2775299"/>
                  </a:lnTo>
                  <a:lnTo>
                    <a:pt x="766284" y="2751733"/>
                  </a:lnTo>
                  <a:lnTo>
                    <a:pt x="730598" y="2721766"/>
                  </a:lnTo>
                  <a:lnTo>
                    <a:pt x="704998" y="2687144"/>
                  </a:lnTo>
                  <a:lnTo>
                    <a:pt x="312558" y="2007340"/>
                  </a:lnTo>
                  <a:lnTo>
                    <a:pt x="111035" y="1658251"/>
                  </a:lnTo>
                  <a:lnTo>
                    <a:pt x="36789" y="1529640"/>
                  </a:lnTo>
                  <a:lnTo>
                    <a:pt x="8727" y="1469112"/>
                  </a:lnTo>
                  <a:lnTo>
                    <a:pt x="0" y="1422303"/>
                  </a:lnTo>
                  <a:lnTo>
                    <a:pt x="0" y="1373943"/>
                  </a:lnTo>
                  <a:lnTo>
                    <a:pt x="8727" y="1327134"/>
                  </a:lnTo>
                  <a:lnTo>
                    <a:pt x="26183" y="1284981"/>
                  </a:lnTo>
                  <a:lnTo>
                    <a:pt x="418623" y="605176"/>
                  </a:lnTo>
                  <a:lnTo>
                    <a:pt x="620146" y="256087"/>
                  </a:lnTo>
                  <a:lnTo>
                    <a:pt x="694391" y="127475"/>
                  </a:lnTo>
                  <a:lnTo>
                    <a:pt x="730598" y="74480"/>
                  </a:lnTo>
                  <a:lnTo>
                    <a:pt x="766284" y="44513"/>
                  </a:lnTo>
                  <a:lnTo>
                    <a:pt x="808565" y="20947"/>
                  </a:lnTo>
                  <a:lnTo>
                    <a:pt x="853948" y="5527"/>
                  </a:lnTo>
                  <a:lnTo>
                    <a:pt x="898943" y="0"/>
                  </a:lnTo>
                  <a:close/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50038" y="2267799"/>
              <a:ext cx="2713511" cy="2886713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1043938" y="3711955"/>
            <a:ext cx="5412740" cy="136969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239395" marR="5080" indent="-227329">
              <a:lnSpc>
                <a:spcPct val="89200"/>
              </a:lnSpc>
              <a:spcBef>
                <a:spcPts val="409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>
                <a:latin typeface="Calibri"/>
                <a:cs typeface="Calibri"/>
              </a:rPr>
              <a:t>We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cannot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directly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perceive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consciousness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AI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octopus.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Maybe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we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think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octopuses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“look”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conscious,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but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trust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impression?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7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10"/>
              <a:t>Analogy</a:t>
            </a:r>
            <a:endParaRPr sz="4000"/>
          </a:p>
        </p:txBody>
      </p:sp>
      <p:grpSp>
        <p:nvGrpSpPr>
          <p:cNvPr id="3" name="object 3" descr=""/>
          <p:cNvGrpSpPr/>
          <p:nvPr/>
        </p:nvGrpSpPr>
        <p:grpSpPr>
          <a:xfrm>
            <a:off x="5295478" y="553163"/>
            <a:ext cx="1153795" cy="876300"/>
            <a:chOff x="5295478" y="553163"/>
            <a:chExt cx="1153795" cy="876300"/>
          </a:xfrm>
        </p:grpSpPr>
        <p:sp>
          <p:nvSpPr>
            <p:cNvPr id="4" name="object 4" descr=""/>
            <p:cNvSpPr/>
            <p:nvPr/>
          </p:nvSpPr>
          <p:spPr>
            <a:xfrm>
              <a:off x="5309766" y="819276"/>
              <a:ext cx="671830" cy="595630"/>
            </a:xfrm>
            <a:custGeom>
              <a:avLst/>
              <a:gdLst/>
              <a:ahLst/>
              <a:cxnLst/>
              <a:rect l="l" t="t" r="r" b="b"/>
              <a:pathLst>
                <a:path w="671829" h="595630">
                  <a:moveTo>
                    <a:pt x="191636" y="595380"/>
                  </a:moveTo>
                  <a:lnTo>
                    <a:pt x="150340" y="572149"/>
                  </a:lnTo>
                  <a:lnTo>
                    <a:pt x="66782" y="427405"/>
                  </a:lnTo>
                  <a:lnTo>
                    <a:pt x="23873" y="353076"/>
                  </a:lnTo>
                  <a:lnTo>
                    <a:pt x="8065" y="325692"/>
                  </a:lnTo>
                  <a:lnTo>
                    <a:pt x="5807" y="321780"/>
                  </a:lnTo>
                  <a:lnTo>
                    <a:pt x="1451" y="310380"/>
                  </a:lnTo>
                  <a:lnTo>
                    <a:pt x="0" y="297690"/>
                  </a:lnTo>
                  <a:lnTo>
                    <a:pt x="1451" y="284999"/>
                  </a:lnTo>
                  <a:lnTo>
                    <a:pt x="5807" y="273599"/>
                  </a:lnTo>
                  <a:lnTo>
                    <a:pt x="89365" y="128854"/>
                  </a:lnTo>
                  <a:lnTo>
                    <a:pt x="132274" y="54526"/>
                  </a:lnTo>
                  <a:lnTo>
                    <a:pt x="157519" y="14155"/>
                  </a:lnTo>
                  <a:lnTo>
                    <a:pt x="191636" y="0"/>
                  </a:lnTo>
                  <a:lnTo>
                    <a:pt x="358753" y="0"/>
                  </a:lnTo>
                  <a:lnTo>
                    <a:pt x="444570" y="0"/>
                  </a:lnTo>
                  <a:lnTo>
                    <a:pt x="476187" y="0"/>
                  </a:lnTo>
                  <a:lnTo>
                    <a:pt x="480703" y="0"/>
                  </a:lnTo>
                  <a:lnTo>
                    <a:pt x="492237" y="1814"/>
                  </a:lnTo>
                  <a:lnTo>
                    <a:pt x="605557" y="167974"/>
                  </a:lnTo>
                  <a:lnTo>
                    <a:pt x="648465" y="242303"/>
                  </a:lnTo>
                  <a:lnTo>
                    <a:pt x="664274" y="269687"/>
                  </a:lnTo>
                  <a:lnTo>
                    <a:pt x="666532" y="273599"/>
                  </a:lnTo>
                  <a:lnTo>
                    <a:pt x="670404" y="284999"/>
                  </a:lnTo>
                  <a:lnTo>
                    <a:pt x="671694" y="297690"/>
                  </a:lnTo>
                  <a:lnTo>
                    <a:pt x="670404" y="310380"/>
                  </a:lnTo>
                  <a:lnTo>
                    <a:pt x="666532" y="321780"/>
                  </a:lnTo>
                  <a:lnTo>
                    <a:pt x="582974" y="466525"/>
                  </a:lnTo>
                  <a:lnTo>
                    <a:pt x="540065" y="540853"/>
                  </a:lnTo>
                  <a:lnTo>
                    <a:pt x="524257" y="568237"/>
                  </a:lnTo>
                  <a:lnTo>
                    <a:pt x="492237" y="593565"/>
                  </a:lnTo>
                  <a:lnTo>
                    <a:pt x="480703" y="595380"/>
                  </a:lnTo>
                  <a:lnTo>
                    <a:pt x="191636" y="59538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87297" y="567451"/>
              <a:ext cx="548005" cy="485775"/>
            </a:xfrm>
            <a:custGeom>
              <a:avLst/>
              <a:gdLst/>
              <a:ahLst/>
              <a:cxnLst/>
              <a:rect l="l" t="t" r="r" b="b"/>
              <a:pathLst>
                <a:path w="548004" h="485775">
                  <a:moveTo>
                    <a:pt x="156206" y="485306"/>
                  </a:moveTo>
                  <a:lnTo>
                    <a:pt x="122545" y="466370"/>
                  </a:lnTo>
                  <a:lnTo>
                    <a:pt x="54435" y="348386"/>
                  </a:lnTo>
                  <a:lnTo>
                    <a:pt x="19460" y="287799"/>
                  </a:lnTo>
                  <a:lnTo>
                    <a:pt x="6574" y="265478"/>
                  </a:lnTo>
                  <a:lnTo>
                    <a:pt x="4733" y="262289"/>
                  </a:lnTo>
                  <a:lnTo>
                    <a:pt x="1183" y="252997"/>
                  </a:lnTo>
                  <a:lnTo>
                    <a:pt x="0" y="242653"/>
                  </a:lnTo>
                  <a:lnTo>
                    <a:pt x="1183" y="232308"/>
                  </a:lnTo>
                  <a:lnTo>
                    <a:pt x="4733" y="223016"/>
                  </a:lnTo>
                  <a:lnTo>
                    <a:pt x="72843" y="105032"/>
                  </a:lnTo>
                  <a:lnTo>
                    <a:pt x="107819" y="44445"/>
                  </a:lnTo>
                  <a:lnTo>
                    <a:pt x="128397" y="11538"/>
                  </a:lnTo>
                  <a:lnTo>
                    <a:pt x="156206" y="0"/>
                  </a:lnTo>
                  <a:lnTo>
                    <a:pt x="292426" y="0"/>
                  </a:lnTo>
                  <a:lnTo>
                    <a:pt x="362377" y="0"/>
                  </a:lnTo>
                  <a:lnTo>
                    <a:pt x="388149" y="0"/>
                  </a:lnTo>
                  <a:lnTo>
                    <a:pt x="391831" y="0"/>
                  </a:lnTo>
                  <a:lnTo>
                    <a:pt x="401232" y="1479"/>
                  </a:lnTo>
                  <a:lnTo>
                    <a:pt x="410765" y="5522"/>
                  </a:lnTo>
                  <a:lnTo>
                    <a:pt x="419246" y="11538"/>
                  </a:lnTo>
                  <a:lnTo>
                    <a:pt x="425491" y="18935"/>
                  </a:lnTo>
                  <a:lnTo>
                    <a:pt x="493601" y="136919"/>
                  </a:lnTo>
                  <a:lnTo>
                    <a:pt x="528577" y="197506"/>
                  </a:lnTo>
                  <a:lnTo>
                    <a:pt x="541463" y="219827"/>
                  </a:lnTo>
                  <a:lnTo>
                    <a:pt x="543304" y="223016"/>
                  </a:lnTo>
                  <a:lnTo>
                    <a:pt x="546459" y="232308"/>
                  </a:lnTo>
                  <a:lnTo>
                    <a:pt x="547511" y="242653"/>
                  </a:lnTo>
                  <a:lnTo>
                    <a:pt x="546459" y="252997"/>
                  </a:lnTo>
                  <a:lnTo>
                    <a:pt x="543304" y="262289"/>
                  </a:lnTo>
                  <a:lnTo>
                    <a:pt x="475193" y="380274"/>
                  </a:lnTo>
                  <a:lnTo>
                    <a:pt x="440218" y="440860"/>
                  </a:lnTo>
                  <a:lnTo>
                    <a:pt x="427332" y="463181"/>
                  </a:lnTo>
                  <a:lnTo>
                    <a:pt x="425491" y="466370"/>
                  </a:lnTo>
                  <a:lnTo>
                    <a:pt x="419246" y="473767"/>
                  </a:lnTo>
                  <a:lnTo>
                    <a:pt x="410765" y="479783"/>
                  </a:lnTo>
                  <a:lnTo>
                    <a:pt x="401232" y="483826"/>
                  </a:lnTo>
                  <a:lnTo>
                    <a:pt x="391831" y="485306"/>
                  </a:lnTo>
                  <a:lnTo>
                    <a:pt x="156206" y="485306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0" y="933217"/>
            <a:ext cx="11592560" cy="5925185"/>
            <a:chOff x="0" y="933217"/>
            <a:chExt cx="11592560" cy="5925185"/>
          </a:xfrm>
        </p:grpSpPr>
        <p:sp>
          <p:nvSpPr>
            <p:cNvPr id="7" name="object 7" descr=""/>
            <p:cNvSpPr/>
            <p:nvPr/>
          </p:nvSpPr>
          <p:spPr>
            <a:xfrm>
              <a:off x="6711811" y="958617"/>
              <a:ext cx="4855845" cy="4290060"/>
            </a:xfrm>
            <a:custGeom>
              <a:avLst/>
              <a:gdLst/>
              <a:ahLst/>
              <a:cxnLst/>
              <a:rect l="l" t="t" r="r" b="b"/>
              <a:pathLst>
                <a:path w="4855845" h="4290060">
                  <a:moveTo>
                    <a:pt x="3457436" y="0"/>
                  </a:moveTo>
                  <a:lnTo>
                    <a:pt x="2266753" y="0"/>
                  </a:lnTo>
                  <a:lnTo>
                    <a:pt x="1655321" y="0"/>
                  </a:lnTo>
                  <a:lnTo>
                    <a:pt x="1430057" y="0"/>
                  </a:lnTo>
                  <a:lnTo>
                    <a:pt x="1397876" y="0"/>
                  </a:lnTo>
                  <a:lnTo>
                    <a:pt x="1348537" y="3271"/>
                  </a:lnTo>
                  <a:lnTo>
                    <a:pt x="1300917" y="12880"/>
                  </a:lnTo>
                  <a:lnTo>
                    <a:pt x="1255487" y="28512"/>
                  </a:lnTo>
                  <a:lnTo>
                    <a:pt x="1212716" y="49858"/>
                  </a:lnTo>
                  <a:lnTo>
                    <a:pt x="1173072" y="76605"/>
                  </a:lnTo>
                  <a:lnTo>
                    <a:pt x="1137025" y="108442"/>
                  </a:lnTo>
                  <a:lnTo>
                    <a:pt x="1105044" y="145056"/>
                  </a:lnTo>
                  <a:lnTo>
                    <a:pt x="1077598" y="186138"/>
                  </a:lnTo>
                  <a:lnTo>
                    <a:pt x="483543" y="1213567"/>
                  </a:lnTo>
                  <a:lnTo>
                    <a:pt x="178487" y="1741166"/>
                  </a:lnTo>
                  <a:lnTo>
                    <a:pt x="66098" y="1935544"/>
                  </a:lnTo>
                  <a:lnTo>
                    <a:pt x="50043" y="1963313"/>
                  </a:lnTo>
                  <a:lnTo>
                    <a:pt x="28149" y="2006194"/>
                  </a:lnTo>
                  <a:lnTo>
                    <a:pt x="12510" y="2051257"/>
                  </a:lnTo>
                  <a:lnTo>
                    <a:pt x="3127" y="2097775"/>
                  </a:lnTo>
                  <a:lnTo>
                    <a:pt x="0" y="2145019"/>
                  </a:lnTo>
                  <a:lnTo>
                    <a:pt x="3127" y="2192263"/>
                  </a:lnTo>
                  <a:lnTo>
                    <a:pt x="12510" y="2238781"/>
                  </a:lnTo>
                  <a:lnTo>
                    <a:pt x="28149" y="2283844"/>
                  </a:lnTo>
                  <a:lnTo>
                    <a:pt x="50043" y="2326726"/>
                  </a:lnTo>
                  <a:lnTo>
                    <a:pt x="644098" y="3354155"/>
                  </a:lnTo>
                  <a:lnTo>
                    <a:pt x="949154" y="3881754"/>
                  </a:lnTo>
                  <a:lnTo>
                    <a:pt x="1061543" y="4076132"/>
                  </a:lnTo>
                  <a:lnTo>
                    <a:pt x="1077598" y="4103901"/>
                  </a:lnTo>
                  <a:lnTo>
                    <a:pt x="1105044" y="4144982"/>
                  </a:lnTo>
                  <a:lnTo>
                    <a:pt x="1137025" y="4181597"/>
                  </a:lnTo>
                  <a:lnTo>
                    <a:pt x="1173072" y="4213434"/>
                  </a:lnTo>
                  <a:lnTo>
                    <a:pt x="1212716" y="4240180"/>
                  </a:lnTo>
                  <a:lnTo>
                    <a:pt x="1255487" y="4261526"/>
                  </a:lnTo>
                  <a:lnTo>
                    <a:pt x="1300917" y="4277159"/>
                  </a:lnTo>
                  <a:lnTo>
                    <a:pt x="1348537" y="4286767"/>
                  </a:lnTo>
                  <a:lnTo>
                    <a:pt x="1397876" y="4290039"/>
                  </a:lnTo>
                  <a:lnTo>
                    <a:pt x="2588560" y="4290039"/>
                  </a:lnTo>
                  <a:lnTo>
                    <a:pt x="3199991" y="4290039"/>
                  </a:lnTo>
                  <a:lnTo>
                    <a:pt x="3425256" y="4290039"/>
                  </a:lnTo>
                  <a:lnTo>
                    <a:pt x="3457436" y="4290039"/>
                  </a:lnTo>
                  <a:lnTo>
                    <a:pt x="3505490" y="4286767"/>
                  </a:lnTo>
                  <a:lnTo>
                    <a:pt x="3552449" y="4277159"/>
                  </a:lnTo>
                  <a:lnTo>
                    <a:pt x="3597636" y="4261526"/>
                  </a:lnTo>
                  <a:lnTo>
                    <a:pt x="3640373" y="4240180"/>
                  </a:lnTo>
                  <a:lnTo>
                    <a:pt x="3679982" y="4213434"/>
                  </a:lnTo>
                  <a:lnTo>
                    <a:pt x="3715785" y="4181597"/>
                  </a:lnTo>
                  <a:lnTo>
                    <a:pt x="3747106" y="4144982"/>
                  </a:lnTo>
                  <a:lnTo>
                    <a:pt x="3773265" y="4103901"/>
                  </a:lnTo>
                  <a:lnTo>
                    <a:pt x="4369893" y="3076471"/>
                  </a:lnTo>
                  <a:lnTo>
                    <a:pt x="4676270" y="2548872"/>
                  </a:lnTo>
                  <a:lnTo>
                    <a:pt x="4789145" y="2354494"/>
                  </a:lnTo>
                  <a:lnTo>
                    <a:pt x="4805270" y="2326726"/>
                  </a:lnTo>
                  <a:lnTo>
                    <a:pt x="4827164" y="2283844"/>
                  </a:lnTo>
                  <a:lnTo>
                    <a:pt x="4842803" y="2238781"/>
                  </a:lnTo>
                  <a:lnTo>
                    <a:pt x="4852186" y="2192263"/>
                  </a:lnTo>
                  <a:lnTo>
                    <a:pt x="4855313" y="2145019"/>
                  </a:lnTo>
                  <a:lnTo>
                    <a:pt x="4852186" y="2097775"/>
                  </a:lnTo>
                  <a:lnTo>
                    <a:pt x="4842803" y="2051257"/>
                  </a:lnTo>
                  <a:lnTo>
                    <a:pt x="4827164" y="2006194"/>
                  </a:lnTo>
                  <a:lnTo>
                    <a:pt x="4805270" y="1963313"/>
                  </a:lnTo>
                  <a:lnTo>
                    <a:pt x="4208643" y="935883"/>
                  </a:lnTo>
                  <a:lnTo>
                    <a:pt x="3902266" y="408284"/>
                  </a:lnTo>
                  <a:lnTo>
                    <a:pt x="3789391" y="213906"/>
                  </a:lnTo>
                  <a:lnTo>
                    <a:pt x="3773265" y="186138"/>
                  </a:lnTo>
                  <a:lnTo>
                    <a:pt x="3747106" y="145056"/>
                  </a:lnTo>
                  <a:lnTo>
                    <a:pt x="3715785" y="108442"/>
                  </a:lnTo>
                  <a:lnTo>
                    <a:pt x="3679982" y="76605"/>
                  </a:lnTo>
                  <a:lnTo>
                    <a:pt x="3640373" y="49858"/>
                  </a:lnTo>
                  <a:lnTo>
                    <a:pt x="3597636" y="28512"/>
                  </a:lnTo>
                  <a:lnTo>
                    <a:pt x="3552449" y="12880"/>
                  </a:lnTo>
                  <a:lnTo>
                    <a:pt x="3505490" y="3271"/>
                  </a:lnTo>
                  <a:lnTo>
                    <a:pt x="3457436" y="0"/>
                  </a:lnTo>
                  <a:close/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2253579"/>
              <a:ext cx="8109584" cy="4605020"/>
            </a:xfrm>
            <a:custGeom>
              <a:avLst/>
              <a:gdLst/>
              <a:ahLst/>
              <a:cxnLst/>
              <a:rect l="l" t="t" r="r" b="b"/>
              <a:pathLst>
                <a:path w="8109584" h="4605020">
                  <a:moveTo>
                    <a:pt x="5365316" y="0"/>
                  </a:moveTo>
                  <a:lnTo>
                    <a:pt x="1321854" y="0"/>
                  </a:lnTo>
                  <a:lnTo>
                    <a:pt x="1273056" y="1618"/>
                  </a:lnTo>
                  <a:lnTo>
                    <a:pt x="1224987" y="6423"/>
                  </a:lnTo>
                  <a:lnTo>
                    <a:pt x="1177763" y="14338"/>
                  </a:lnTo>
                  <a:lnTo>
                    <a:pt x="1131498" y="25287"/>
                  </a:lnTo>
                  <a:lnTo>
                    <a:pt x="1086307" y="39192"/>
                  </a:lnTo>
                  <a:lnTo>
                    <a:pt x="1042307" y="55978"/>
                  </a:lnTo>
                  <a:lnTo>
                    <a:pt x="999611" y="75568"/>
                  </a:lnTo>
                  <a:lnTo>
                    <a:pt x="958335" y="97885"/>
                  </a:lnTo>
                  <a:lnTo>
                    <a:pt x="918594" y="122853"/>
                  </a:lnTo>
                  <a:lnTo>
                    <a:pt x="880504" y="150396"/>
                  </a:lnTo>
                  <a:lnTo>
                    <a:pt x="844179" y="180437"/>
                  </a:lnTo>
                  <a:lnTo>
                    <a:pt x="809735" y="212900"/>
                  </a:lnTo>
                  <a:lnTo>
                    <a:pt x="777286" y="247708"/>
                  </a:lnTo>
                  <a:lnTo>
                    <a:pt x="746948" y="284785"/>
                  </a:lnTo>
                  <a:lnTo>
                    <a:pt x="718836" y="324054"/>
                  </a:lnTo>
                  <a:lnTo>
                    <a:pt x="693065" y="365438"/>
                  </a:lnTo>
                  <a:lnTo>
                    <a:pt x="0" y="1564109"/>
                  </a:lnTo>
                  <a:lnTo>
                    <a:pt x="0" y="4604420"/>
                  </a:lnTo>
                  <a:lnTo>
                    <a:pt x="7990316" y="4604420"/>
                  </a:lnTo>
                  <a:lnTo>
                    <a:pt x="8011261" y="4568351"/>
                  </a:lnTo>
                  <a:lnTo>
                    <a:pt x="8035922" y="4523711"/>
                  </a:lnTo>
                  <a:lnTo>
                    <a:pt x="8056882" y="4478023"/>
                  </a:lnTo>
                  <a:lnTo>
                    <a:pt x="8074348" y="4431144"/>
                  </a:lnTo>
                  <a:lnTo>
                    <a:pt x="8088322" y="4383290"/>
                  </a:lnTo>
                  <a:lnTo>
                    <a:pt x="8098801" y="4334678"/>
                  </a:lnTo>
                  <a:lnTo>
                    <a:pt x="8105788" y="4285525"/>
                  </a:lnTo>
                  <a:lnTo>
                    <a:pt x="8109281" y="4236046"/>
                  </a:lnTo>
                  <a:lnTo>
                    <a:pt x="8109281" y="4186460"/>
                  </a:lnTo>
                  <a:lnTo>
                    <a:pt x="8105788" y="4136982"/>
                  </a:lnTo>
                  <a:lnTo>
                    <a:pt x="8098801" y="4087828"/>
                  </a:lnTo>
                  <a:lnTo>
                    <a:pt x="8088322" y="4039217"/>
                  </a:lnTo>
                  <a:lnTo>
                    <a:pt x="8074348" y="3991363"/>
                  </a:lnTo>
                  <a:lnTo>
                    <a:pt x="8056882" y="3944483"/>
                  </a:lnTo>
                  <a:lnTo>
                    <a:pt x="8035922" y="3898795"/>
                  </a:lnTo>
                  <a:lnTo>
                    <a:pt x="8011469" y="3854514"/>
                  </a:lnTo>
                  <a:lnTo>
                    <a:pt x="5985372" y="365438"/>
                  </a:lnTo>
                  <a:lnTo>
                    <a:pt x="5961043" y="324054"/>
                  </a:lnTo>
                  <a:lnTo>
                    <a:pt x="5934014" y="284785"/>
                  </a:lnTo>
                  <a:lnTo>
                    <a:pt x="5904452" y="247708"/>
                  </a:lnTo>
                  <a:lnTo>
                    <a:pt x="5872523" y="212900"/>
                  </a:lnTo>
                  <a:lnTo>
                    <a:pt x="5838394" y="180437"/>
                  </a:lnTo>
                  <a:lnTo>
                    <a:pt x="5802231" y="150396"/>
                  </a:lnTo>
                  <a:lnTo>
                    <a:pt x="5764201" y="122853"/>
                  </a:lnTo>
                  <a:lnTo>
                    <a:pt x="5724469" y="97885"/>
                  </a:lnTo>
                  <a:lnTo>
                    <a:pt x="5683201" y="75568"/>
                  </a:lnTo>
                  <a:lnTo>
                    <a:pt x="5640565" y="55978"/>
                  </a:lnTo>
                  <a:lnTo>
                    <a:pt x="5596727" y="39192"/>
                  </a:lnTo>
                  <a:lnTo>
                    <a:pt x="5551852" y="25287"/>
                  </a:lnTo>
                  <a:lnTo>
                    <a:pt x="5506107" y="14338"/>
                  </a:lnTo>
                  <a:lnTo>
                    <a:pt x="5459659" y="6423"/>
                  </a:lnTo>
                  <a:lnTo>
                    <a:pt x="5412673" y="1618"/>
                  </a:lnTo>
                  <a:lnTo>
                    <a:pt x="5365316" y="0"/>
                  </a:lnTo>
                  <a:close/>
                </a:path>
                <a:path w="8109584" h="4605020">
                  <a:moveTo>
                    <a:pt x="7381312" y="1839457"/>
                  </a:moveTo>
                  <a:lnTo>
                    <a:pt x="7379359" y="1846550"/>
                  </a:lnTo>
                  <a:lnTo>
                    <a:pt x="7381312" y="1853645"/>
                  </a:lnTo>
                  <a:lnTo>
                    <a:pt x="7381312" y="18394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043938" y="2801620"/>
            <a:ext cx="4552950" cy="268986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dirty="0" sz="2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cannot</a:t>
            </a:r>
            <a:r>
              <a:rPr dirty="0" sz="22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reason</a:t>
            </a:r>
            <a:r>
              <a:rPr dirty="0" sz="22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analogy.</a:t>
            </a:r>
            <a:endParaRPr sz="2200">
              <a:latin typeface="Calibri"/>
              <a:cs typeface="Calibri"/>
            </a:endParaRPr>
          </a:p>
          <a:p>
            <a:pPr marL="240665" marR="5080" indent="-228600">
              <a:lnSpc>
                <a:spcPct val="89700"/>
              </a:lnSpc>
              <a:spcBef>
                <a:spcPts val="102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case</a:t>
            </a:r>
            <a:r>
              <a:rPr dirty="0" sz="2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normal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humans,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20">
                <a:solidFill>
                  <a:srgbClr val="FFFFFF"/>
                </a:solidFill>
                <a:latin typeface="Calibri"/>
                <a:cs typeface="Calibri"/>
              </a:rPr>
              <a:t>it’s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reasonable</a:t>
            </a:r>
            <a:r>
              <a:rPr dirty="0" sz="2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assume</a:t>
            </a:r>
            <a:r>
              <a:rPr dirty="0" sz="2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20">
                <a:solidFill>
                  <a:srgbClr val="FFFFFF"/>
                </a:solidFill>
                <a:latin typeface="Calibri"/>
                <a:cs typeface="Calibri"/>
              </a:rPr>
              <a:t>very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similar</a:t>
            </a:r>
            <a:r>
              <a:rPr dirty="0" sz="22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brains</a:t>
            </a:r>
            <a:r>
              <a:rPr dirty="0" sz="2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give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raise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very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similar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kinds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mental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states.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20">
                <a:solidFill>
                  <a:srgbClr val="FFFFFF"/>
                </a:solidFill>
                <a:latin typeface="Calibri"/>
                <a:cs typeface="Calibri"/>
              </a:rPr>
              <a:t>case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very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creatures,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don’t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know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takes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20">
                <a:solidFill>
                  <a:srgbClr val="FFFFFF"/>
                </a:solidFill>
                <a:latin typeface="Calibri"/>
                <a:cs typeface="Calibri"/>
              </a:rPr>
              <a:t>make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consciousness</a:t>
            </a:r>
            <a:r>
              <a:rPr dirty="0" sz="22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2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preserved.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1915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5"/>
              </a:spcBef>
            </a:pPr>
            <a:r>
              <a:rPr dirty="0" sz="4000" spc="-10"/>
              <a:t>Inference</a:t>
            </a:r>
            <a:r>
              <a:rPr dirty="0" sz="4000" spc="-120"/>
              <a:t> </a:t>
            </a:r>
            <a:r>
              <a:rPr dirty="0" sz="4000"/>
              <a:t>to</a:t>
            </a:r>
            <a:r>
              <a:rPr dirty="0" sz="4000" spc="-114"/>
              <a:t> </a:t>
            </a:r>
            <a:r>
              <a:rPr dirty="0" sz="4000" spc="-25"/>
              <a:t>the </a:t>
            </a:r>
            <a:r>
              <a:rPr dirty="0" sz="4000"/>
              <a:t>best</a:t>
            </a:r>
            <a:r>
              <a:rPr dirty="0" sz="4000" spc="-95"/>
              <a:t> </a:t>
            </a:r>
            <a:r>
              <a:rPr dirty="0" sz="4000" spc="-10"/>
              <a:t>explanation</a:t>
            </a:r>
            <a:endParaRPr sz="4000"/>
          </a:p>
        </p:txBody>
      </p:sp>
      <p:grpSp>
        <p:nvGrpSpPr>
          <p:cNvPr id="3" name="object 3" descr=""/>
          <p:cNvGrpSpPr/>
          <p:nvPr/>
        </p:nvGrpSpPr>
        <p:grpSpPr>
          <a:xfrm>
            <a:off x="5295478" y="553163"/>
            <a:ext cx="1153795" cy="876300"/>
            <a:chOff x="5295478" y="553163"/>
            <a:chExt cx="1153795" cy="876300"/>
          </a:xfrm>
        </p:grpSpPr>
        <p:sp>
          <p:nvSpPr>
            <p:cNvPr id="4" name="object 4" descr=""/>
            <p:cNvSpPr/>
            <p:nvPr/>
          </p:nvSpPr>
          <p:spPr>
            <a:xfrm>
              <a:off x="5309766" y="819276"/>
              <a:ext cx="671830" cy="595630"/>
            </a:xfrm>
            <a:custGeom>
              <a:avLst/>
              <a:gdLst/>
              <a:ahLst/>
              <a:cxnLst/>
              <a:rect l="l" t="t" r="r" b="b"/>
              <a:pathLst>
                <a:path w="671829" h="595630">
                  <a:moveTo>
                    <a:pt x="191636" y="595380"/>
                  </a:moveTo>
                  <a:lnTo>
                    <a:pt x="150340" y="572149"/>
                  </a:lnTo>
                  <a:lnTo>
                    <a:pt x="66782" y="427405"/>
                  </a:lnTo>
                  <a:lnTo>
                    <a:pt x="23873" y="353076"/>
                  </a:lnTo>
                  <a:lnTo>
                    <a:pt x="8065" y="325692"/>
                  </a:lnTo>
                  <a:lnTo>
                    <a:pt x="5807" y="321780"/>
                  </a:lnTo>
                  <a:lnTo>
                    <a:pt x="1451" y="310380"/>
                  </a:lnTo>
                  <a:lnTo>
                    <a:pt x="0" y="297690"/>
                  </a:lnTo>
                  <a:lnTo>
                    <a:pt x="1451" y="284999"/>
                  </a:lnTo>
                  <a:lnTo>
                    <a:pt x="5807" y="273599"/>
                  </a:lnTo>
                  <a:lnTo>
                    <a:pt x="89365" y="128854"/>
                  </a:lnTo>
                  <a:lnTo>
                    <a:pt x="132274" y="54526"/>
                  </a:lnTo>
                  <a:lnTo>
                    <a:pt x="157519" y="14155"/>
                  </a:lnTo>
                  <a:lnTo>
                    <a:pt x="191636" y="0"/>
                  </a:lnTo>
                  <a:lnTo>
                    <a:pt x="358753" y="0"/>
                  </a:lnTo>
                  <a:lnTo>
                    <a:pt x="444570" y="0"/>
                  </a:lnTo>
                  <a:lnTo>
                    <a:pt x="476187" y="0"/>
                  </a:lnTo>
                  <a:lnTo>
                    <a:pt x="480703" y="0"/>
                  </a:lnTo>
                  <a:lnTo>
                    <a:pt x="492237" y="1814"/>
                  </a:lnTo>
                  <a:lnTo>
                    <a:pt x="605557" y="167974"/>
                  </a:lnTo>
                  <a:lnTo>
                    <a:pt x="648465" y="242303"/>
                  </a:lnTo>
                  <a:lnTo>
                    <a:pt x="664274" y="269687"/>
                  </a:lnTo>
                  <a:lnTo>
                    <a:pt x="666532" y="273599"/>
                  </a:lnTo>
                  <a:lnTo>
                    <a:pt x="670404" y="284999"/>
                  </a:lnTo>
                  <a:lnTo>
                    <a:pt x="671694" y="297690"/>
                  </a:lnTo>
                  <a:lnTo>
                    <a:pt x="670404" y="310380"/>
                  </a:lnTo>
                  <a:lnTo>
                    <a:pt x="666532" y="321780"/>
                  </a:lnTo>
                  <a:lnTo>
                    <a:pt x="582974" y="466525"/>
                  </a:lnTo>
                  <a:lnTo>
                    <a:pt x="540065" y="540853"/>
                  </a:lnTo>
                  <a:lnTo>
                    <a:pt x="524257" y="568237"/>
                  </a:lnTo>
                  <a:lnTo>
                    <a:pt x="492237" y="593565"/>
                  </a:lnTo>
                  <a:lnTo>
                    <a:pt x="480703" y="595380"/>
                  </a:lnTo>
                  <a:lnTo>
                    <a:pt x="191636" y="59538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87297" y="567451"/>
              <a:ext cx="548005" cy="485775"/>
            </a:xfrm>
            <a:custGeom>
              <a:avLst/>
              <a:gdLst/>
              <a:ahLst/>
              <a:cxnLst/>
              <a:rect l="l" t="t" r="r" b="b"/>
              <a:pathLst>
                <a:path w="548004" h="485775">
                  <a:moveTo>
                    <a:pt x="156206" y="485306"/>
                  </a:moveTo>
                  <a:lnTo>
                    <a:pt x="122545" y="466370"/>
                  </a:lnTo>
                  <a:lnTo>
                    <a:pt x="54435" y="348386"/>
                  </a:lnTo>
                  <a:lnTo>
                    <a:pt x="19460" y="287799"/>
                  </a:lnTo>
                  <a:lnTo>
                    <a:pt x="6574" y="265478"/>
                  </a:lnTo>
                  <a:lnTo>
                    <a:pt x="4733" y="262289"/>
                  </a:lnTo>
                  <a:lnTo>
                    <a:pt x="1183" y="252997"/>
                  </a:lnTo>
                  <a:lnTo>
                    <a:pt x="0" y="242653"/>
                  </a:lnTo>
                  <a:lnTo>
                    <a:pt x="1183" y="232308"/>
                  </a:lnTo>
                  <a:lnTo>
                    <a:pt x="4733" y="223016"/>
                  </a:lnTo>
                  <a:lnTo>
                    <a:pt x="72843" y="105032"/>
                  </a:lnTo>
                  <a:lnTo>
                    <a:pt x="107819" y="44445"/>
                  </a:lnTo>
                  <a:lnTo>
                    <a:pt x="128397" y="11538"/>
                  </a:lnTo>
                  <a:lnTo>
                    <a:pt x="156206" y="0"/>
                  </a:lnTo>
                  <a:lnTo>
                    <a:pt x="292426" y="0"/>
                  </a:lnTo>
                  <a:lnTo>
                    <a:pt x="362377" y="0"/>
                  </a:lnTo>
                  <a:lnTo>
                    <a:pt x="388149" y="0"/>
                  </a:lnTo>
                  <a:lnTo>
                    <a:pt x="391831" y="0"/>
                  </a:lnTo>
                  <a:lnTo>
                    <a:pt x="401232" y="1479"/>
                  </a:lnTo>
                  <a:lnTo>
                    <a:pt x="410765" y="5522"/>
                  </a:lnTo>
                  <a:lnTo>
                    <a:pt x="419246" y="11538"/>
                  </a:lnTo>
                  <a:lnTo>
                    <a:pt x="425491" y="18935"/>
                  </a:lnTo>
                  <a:lnTo>
                    <a:pt x="493601" y="136919"/>
                  </a:lnTo>
                  <a:lnTo>
                    <a:pt x="528577" y="197506"/>
                  </a:lnTo>
                  <a:lnTo>
                    <a:pt x="541463" y="219827"/>
                  </a:lnTo>
                  <a:lnTo>
                    <a:pt x="543304" y="223016"/>
                  </a:lnTo>
                  <a:lnTo>
                    <a:pt x="546459" y="232308"/>
                  </a:lnTo>
                  <a:lnTo>
                    <a:pt x="547511" y="242653"/>
                  </a:lnTo>
                  <a:lnTo>
                    <a:pt x="546459" y="252997"/>
                  </a:lnTo>
                  <a:lnTo>
                    <a:pt x="543304" y="262289"/>
                  </a:lnTo>
                  <a:lnTo>
                    <a:pt x="475193" y="380274"/>
                  </a:lnTo>
                  <a:lnTo>
                    <a:pt x="440218" y="440860"/>
                  </a:lnTo>
                  <a:lnTo>
                    <a:pt x="427332" y="463181"/>
                  </a:lnTo>
                  <a:lnTo>
                    <a:pt x="425491" y="466370"/>
                  </a:lnTo>
                  <a:lnTo>
                    <a:pt x="419246" y="473767"/>
                  </a:lnTo>
                  <a:lnTo>
                    <a:pt x="410765" y="479783"/>
                  </a:lnTo>
                  <a:lnTo>
                    <a:pt x="401232" y="483826"/>
                  </a:lnTo>
                  <a:lnTo>
                    <a:pt x="391831" y="485306"/>
                  </a:lnTo>
                  <a:lnTo>
                    <a:pt x="156206" y="485306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0" y="933217"/>
            <a:ext cx="11592560" cy="5925185"/>
            <a:chOff x="0" y="933217"/>
            <a:chExt cx="11592560" cy="5925185"/>
          </a:xfrm>
        </p:grpSpPr>
        <p:sp>
          <p:nvSpPr>
            <p:cNvPr id="7" name="object 7" descr=""/>
            <p:cNvSpPr/>
            <p:nvPr/>
          </p:nvSpPr>
          <p:spPr>
            <a:xfrm>
              <a:off x="6711811" y="958617"/>
              <a:ext cx="4855845" cy="4290060"/>
            </a:xfrm>
            <a:custGeom>
              <a:avLst/>
              <a:gdLst/>
              <a:ahLst/>
              <a:cxnLst/>
              <a:rect l="l" t="t" r="r" b="b"/>
              <a:pathLst>
                <a:path w="4855845" h="4290060">
                  <a:moveTo>
                    <a:pt x="3457436" y="0"/>
                  </a:moveTo>
                  <a:lnTo>
                    <a:pt x="2266753" y="0"/>
                  </a:lnTo>
                  <a:lnTo>
                    <a:pt x="1655321" y="0"/>
                  </a:lnTo>
                  <a:lnTo>
                    <a:pt x="1430057" y="0"/>
                  </a:lnTo>
                  <a:lnTo>
                    <a:pt x="1397876" y="0"/>
                  </a:lnTo>
                  <a:lnTo>
                    <a:pt x="1348537" y="3271"/>
                  </a:lnTo>
                  <a:lnTo>
                    <a:pt x="1300917" y="12880"/>
                  </a:lnTo>
                  <a:lnTo>
                    <a:pt x="1255487" y="28512"/>
                  </a:lnTo>
                  <a:lnTo>
                    <a:pt x="1212716" y="49858"/>
                  </a:lnTo>
                  <a:lnTo>
                    <a:pt x="1173072" y="76605"/>
                  </a:lnTo>
                  <a:lnTo>
                    <a:pt x="1137025" y="108442"/>
                  </a:lnTo>
                  <a:lnTo>
                    <a:pt x="1105044" y="145056"/>
                  </a:lnTo>
                  <a:lnTo>
                    <a:pt x="1077598" y="186138"/>
                  </a:lnTo>
                  <a:lnTo>
                    <a:pt x="483543" y="1213567"/>
                  </a:lnTo>
                  <a:lnTo>
                    <a:pt x="178487" y="1741166"/>
                  </a:lnTo>
                  <a:lnTo>
                    <a:pt x="66098" y="1935544"/>
                  </a:lnTo>
                  <a:lnTo>
                    <a:pt x="50043" y="1963313"/>
                  </a:lnTo>
                  <a:lnTo>
                    <a:pt x="28149" y="2006194"/>
                  </a:lnTo>
                  <a:lnTo>
                    <a:pt x="12510" y="2051257"/>
                  </a:lnTo>
                  <a:lnTo>
                    <a:pt x="3127" y="2097775"/>
                  </a:lnTo>
                  <a:lnTo>
                    <a:pt x="0" y="2145019"/>
                  </a:lnTo>
                  <a:lnTo>
                    <a:pt x="3127" y="2192263"/>
                  </a:lnTo>
                  <a:lnTo>
                    <a:pt x="12510" y="2238781"/>
                  </a:lnTo>
                  <a:lnTo>
                    <a:pt x="28149" y="2283844"/>
                  </a:lnTo>
                  <a:lnTo>
                    <a:pt x="50043" y="2326726"/>
                  </a:lnTo>
                  <a:lnTo>
                    <a:pt x="644098" y="3354155"/>
                  </a:lnTo>
                  <a:lnTo>
                    <a:pt x="949154" y="3881754"/>
                  </a:lnTo>
                  <a:lnTo>
                    <a:pt x="1061543" y="4076132"/>
                  </a:lnTo>
                  <a:lnTo>
                    <a:pt x="1077598" y="4103901"/>
                  </a:lnTo>
                  <a:lnTo>
                    <a:pt x="1105044" y="4144982"/>
                  </a:lnTo>
                  <a:lnTo>
                    <a:pt x="1137025" y="4181597"/>
                  </a:lnTo>
                  <a:lnTo>
                    <a:pt x="1173072" y="4213434"/>
                  </a:lnTo>
                  <a:lnTo>
                    <a:pt x="1212716" y="4240180"/>
                  </a:lnTo>
                  <a:lnTo>
                    <a:pt x="1255487" y="4261526"/>
                  </a:lnTo>
                  <a:lnTo>
                    <a:pt x="1300917" y="4277159"/>
                  </a:lnTo>
                  <a:lnTo>
                    <a:pt x="1348537" y="4286767"/>
                  </a:lnTo>
                  <a:lnTo>
                    <a:pt x="1397876" y="4290039"/>
                  </a:lnTo>
                  <a:lnTo>
                    <a:pt x="2588560" y="4290039"/>
                  </a:lnTo>
                  <a:lnTo>
                    <a:pt x="3199991" y="4290039"/>
                  </a:lnTo>
                  <a:lnTo>
                    <a:pt x="3425256" y="4290039"/>
                  </a:lnTo>
                  <a:lnTo>
                    <a:pt x="3457436" y="4290039"/>
                  </a:lnTo>
                  <a:lnTo>
                    <a:pt x="3505490" y="4286767"/>
                  </a:lnTo>
                  <a:lnTo>
                    <a:pt x="3552449" y="4277159"/>
                  </a:lnTo>
                  <a:lnTo>
                    <a:pt x="3597636" y="4261526"/>
                  </a:lnTo>
                  <a:lnTo>
                    <a:pt x="3640373" y="4240180"/>
                  </a:lnTo>
                  <a:lnTo>
                    <a:pt x="3679982" y="4213434"/>
                  </a:lnTo>
                  <a:lnTo>
                    <a:pt x="3715785" y="4181597"/>
                  </a:lnTo>
                  <a:lnTo>
                    <a:pt x="3747106" y="4144982"/>
                  </a:lnTo>
                  <a:lnTo>
                    <a:pt x="3773265" y="4103901"/>
                  </a:lnTo>
                  <a:lnTo>
                    <a:pt x="4369893" y="3076471"/>
                  </a:lnTo>
                  <a:lnTo>
                    <a:pt x="4676270" y="2548872"/>
                  </a:lnTo>
                  <a:lnTo>
                    <a:pt x="4789145" y="2354494"/>
                  </a:lnTo>
                  <a:lnTo>
                    <a:pt x="4805270" y="2326726"/>
                  </a:lnTo>
                  <a:lnTo>
                    <a:pt x="4827164" y="2283844"/>
                  </a:lnTo>
                  <a:lnTo>
                    <a:pt x="4842803" y="2238781"/>
                  </a:lnTo>
                  <a:lnTo>
                    <a:pt x="4852186" y="2192263"/>
                  </a:lnTo>
                  <a:lnTo>
                    <a:pt x="4855313" y="2145019"/>
                  </a:lnTo>
                  <a:lnTo>
                    <a:pt x="4852186" y="2097775"/>
                  </a:lnTo>
                  <a:lnTo>
                    <a:pt x="4842803" y="2051257"/>
                  </a:lnTo>
                  <a:lnTo>
                    <a:pt x="4827164" y="2006194"/>
                  </a:lnTo>
                  <a:lnTo>
                    <a:pt x="4805270" y="1963313"/>
                  </a:lnTo>
                  <a:lnTo>
                    <a:pt x="4208643" y="935883"/>
                  </a:lnTo>
                  <a:lnTo>
                    <a:pt x="3902266" y="408284"/>
                  </a:lnTo>
                  <a:lnTo>
                    <a:pt x="3789391" y="213906"/>
                  </a:lnTo>
                  <a:lnTo>
                    <a:pt x="3773265" y="186138"/>
                  </a:lnTo>
                  <a:lnTo>
                    <a:pt x="3747106" y="145056"/>
                  </a:lnTo>
                  <a:lnTo>
                    <a:pt x="3715785" y="108442"/>
                  </a:lnTo>
                  <a:lnTo>
                    <a:pt x="3679982" y="76605"/>
                  </a:lnTo>
                  <a:lnTo>
                    <a:pt x="3640373" y="49858"/>
                  </a:lnTo>
                  <a:lnTo>
                    <a:pt x="3597636" y="28512"/>
                  </a:lnTo>
                  <a:lnTo>
                    <a:pt x="3552449" y="12880"/>
                  </a:lnTo>
                  <a:lnTo>
                    <a:pt x="3505490" y="3271"/>
                  </a:lnTo>
                  <a:lnTo>
                    <a:pt x="3457436" y="0"/>
                  </a:lnTo>
                  <a:close/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2253579"/>
              <a:ext cx="8109584" cy="4605020"/>
            </a:xfrm>
            <a:custGeom>
              <a:avLst/>
              <a:gdLst/>
              <a:ahLst/>
              <a:cxnLst/>
              <a:rect l="l" t="t" r="r" b="b"/>
              <a:pathLst>
                <a:path w="8109584" h="4605020">
                  <a:moveTo>
                    <a:pt x="5365316" y="0"/>
                  </a:moveTo>
                  <a:lnTo>
                    <a:pt x="1321854" y="0"/>
                  </a:lnTo>
                  <a:lnTo>
                    <a:pt x="1273056" y="1618"/>
                  </a:lnTo>
                  <a:lnTo>
                    <a:pt x="1224987" y="6423"/>
                  </a:lnTo>
                  <a:lnTo>
                    <a:pt x="1177763" y="14338"/>
                  </a:lnTo>
                  <a:lnTo>
                    <a:pt x="1131498" y="25287"/>
                  </a:lnTo>
                  <a:lnTo>
                    <a:pt x="1086307" y="39192"/>
                  </a:lnTo>
                  <a:lnTo>
                    <a:pt x="1042307" y="55978"/>
                  </a:lnTo>
                  <a:lnTo>
                    <a:pt x="999611" y="75568"/>
                  </a:lnTo>
                  <a:lnTo>
                    <a:pt x="958335" y="97885"/>
                  </a:lnTo>
                  <a:lnTo>
                    <a:pt x="918594" y="122853"/>
                  </a:lnTo>
                  <a:lnTo>
                    <a:pt x="880504" y="150396"/>
                  </a:lnTo>
                  <a:lnTo>
                    <a:pt x="844179" y="180437"/>
                  </a:lnTo>
                  <a:lnTo>
                    <a:pt x="809735" y="212900"/>
                  </a:lnTo>
                  <a:lnTo>
                    <a:pt x="777286" y="247708"/>
                  </a:lnTo>
                  <a:lnTo>
                    <a:pt x="746948" y="284785"/>
                  </a:lnTo>
                  <a:lnTo>
                    <a:pt x="718836" y="324054"/>
                  </a:lnTo>
                  <a:lnTo>
                    <a:pt x="693065" y="365438"/>
                  </a:lnTo>
                  <a:lnTo>
                    <a:pt x="0" y="1564109"/>
                  </a:lnTo>
                  <a:lnTo>
                    <a:pt x="0" y="4604420"/>
                  </a:lnTo>
                  <a:lnTo>
                    <a:pt x="7990316" y="4604420"/>
                  </a:lnTo>
                  <a:lnTo>
                    <a:pt x="8011261" y="4568351"/>
                  </a:lnTo>
                  <a:lnTo>
                    <a:pt x="8035922" y="4523711"/>
                  </a:lnTo>
                  <a:lnTo>
                    <a:pt x="8056882" y="4478023"/>
                  </a:lnTo>
                  <a:lnTo>
                    <a:pt x="8074348" y="4431144"/>
                  </a:lnTo>
                  <a:lnTo>
                    <a:pt x="8088322" y="4383290"/>
                  </a:lnTo>
                  <a:lnTo>
                    <a:pt x="8098801" y="4334678"/>
                  </a:lnTo>
                  <a:lnTo>
                    <a:pt x="8105788" y="4285525"/>
                  </a:lnTo>
                  <a:lnTo>
                    <a:pt x="8109281" y="4236046"/>
                  </a:lnTo>
                  <a:lnTo>
                    <a:pt x="8109281" y="4186460"/>
                  </a:lnTo>
                  <a:lnTo>
                    <a:pt x="8105788" y="4136982"/>
                  </a:lnTo>
                  <a:lnTo>
                    <a:pt x="8098801" y="4087828"/>
                  </a:lnTo>
                  <a:lnTo>
                    <a:pt x="8088322" y="4039217"/>
                  </a:lnTo>
                  <a:lnTo>
                    <a:pt x="8074348" y="3991363"/>
                  </a:lnTo>
                  <a:lnTo>
                    <a:pt x="8056882" y="3944483"/>
                  </a:lnTo>
                  <a:lnTo>
                    <a:pt x="8035922" y="3898795"/>
                  </a:lnTo>
                  <a:lnTo>
                    <a:pt x="8011469" y="3854514"/>
                  </a:lnTo>
                  <a:lnTo>
                    <a:pt x="5985372" y="365438"/>
                  </a:lnTo>
                  <a:lnTo>
                    <a:pt x="5961043" y="324054"/>
                  </a:lnTo>
                  <a:lnTo>
                    <a:pt x="5934014" y="284785"/>
                  </a:lnTo>
                  <a:lnTo>
                    <a:pt x="5904452" y="247708"/>
                  </a:lnTo>
                  <a:lnTo>
                    <a:pt x="5872523" y="212900"/>
                  </a:lnTo>
                  <a:lnTo>
                    <a:pt x="5838394" y="180437"/>
                  </a:lnTo>
                  <a:lnTo>
                    <a:pt x="5802231" y="150396"/>
                  </a:lnTo>
                  <a:lnTo>
                    <a:pt x="5764201" y="122853"/>
                  </a:lnTo>
                  <a:lnTo>
                    <a:pt x="5724469" y="97885"/>
                  </a:lnTo>
                  <a:lnTo>
                    <a:pt x="5683201" y="75568"/>
                  </a:lnTo>
                  <a:lnTo>
                    <a:pt x="5640565" y="55978"/>
                  </a:lnTo>
                  <a:lnTo>
                    <a:pt x="5596727" y="39192"/>
                  </a:lnTo>
                  <a:lnTo>
                    <a:pt x="5551852" y="25287"/>
                  </a:lnTo>
                  <a:lnTo>
                    <a:pt x="5506107" y="14338"/>
                  </a:lnTo>
                  <a:lnTo>
                    <a:pt x="5459659" y="6423"/>
                  </a:lnTo>
                  <a:lnTo>
                    <a:pt x="5412673" y="1618"/>
                  </a:lnTo>
                  <a:lnTo>
                    <a:pt x="5365316" y="0"/>
                  </a:lnTo>
                  <a:close/>
                </a:path>
                <a:path w="8109584" h="4605020">
                  <a:moveTo>
                    <a:pt x="7381312" y="1839457"/>
                  </a:moveTo>
                  <a:lnTo>
                    <a:pt x="7379359" y="1846550"/>
                  </a:lnTo>
                  <a:lnTo>
                    <a:pt x="7381312" y="1853645"/>
                  </a:lnTo>
                  <a:lnTo>
                    <a:pt x="7381312" y="18394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043938" y="2895091"/>
            <a:ext cx="4519295" cy="281749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39395" marR="100965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dirty="0" sz="24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cannot</a:t>
            </a:r>
            <a:r>
              <a:rPr dirty="0" sz="24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reason</a:t>
            </a:r>
            <a:r>
              <a:rPr dirty="0" sz="24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4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inference</a:t>
            </a:r>
            <a:r>
              <a:rPr dirty="0" sz="24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explanation.</a:t>
            </a:r>
            <a:endParaRPr sz="2400">
              <a:latin typeface="Calibri"/>
              <a:cs typeface="Calibri"/>
            </a:endParaRPr>
          </a:p>
          <a:p>
            <a:pPr marL="239395" marR="5080" indent="-227329">
              <a:lnSpc>
                <a:spcPct val="90300"/>
              </a:lnSpc>
              <a:spcBef>
                <a:spcPts val="869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case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normal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humans,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folk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psychology</a:t>
            </a:r>
            <a:r>
              <a:rPr dirty="0" sz="24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dirty="0" sz="24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reasonably</a:t>
            </a:r>
            <a:r>
              <a:rPr dirty="0" sz="24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seem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offer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explanation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their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behaviour.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no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comparable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theory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alien 	minds.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3938" y="1207515"/>
            <a:ext cx="425450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/>
              <a:t>The</a:t>
            </a:r>
            <a:r>
              <a:rPr dirty="0" sz="4000" spc="-110"/>
              <a:t> </a:t>
            </a:r>
            <a:r>
              <a:rPr dirty="0" sz="4000"/>
              <a:t>general</a:t>
            </a:r>
            <a:r>
              <a:rPr dirty="0" sz="4000" spc="-95"/>
              <a:t> </a:t>
            </a:r>
            <a:r>
              <a:rPr dirty="0" sz="4000" spc="-10"/>
              <a:t>problem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1043939" y="2452115"/>
            <a:ext cx="3888104" cy="320167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241300" marR="5080" indent="-228600">
              <a:lnSpc>
                <a:spcPct val="90400"/>
              </a:lnSpc>
              <a:spcBef>
                <a:spcPts val="3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cannot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directly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observe (perceive)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consciousness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alien </a:t>
            </a:r>
            <a:r>
              <a:rPr dirty="0" sz="2000">
                <a:latin typeface="Calibri"/>
                <a:cs typeface="Calibri"/>
              </a:rPr>
              <a:t>minds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cannot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reason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by </a:t>
            </a:r>
            <a:r>
              <a:rPr dirty="0" sz="2000">
                <a:latin typeface="Calibri"/>
                <a:cs typeface="Calibri"/>
              </a:rPr>
              <a:t>analogy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best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explanation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behaviour,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better understanding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what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necessary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sufficient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creature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be </a:t>
            </a:r>
            <a:r>
              <a:rPr dirty="0" sz="2000" spc="-10">
                <a:latin typeface="Calibri"/>
                <a:cs typeface="Calibri"/>
              </a:rPr>
              <a:t>conscious.</a:t>
            </a:r>
            <a:endParaRPr sz="2000">
              <a:latin typeface="Calibri"/>
              <a:cs typeface="Calibri"/>
            </a:endParaRPr>
          </a:p>
          <a:p>
            <a:pPr marL="241300" marR="175895" indent="-228600">
              <a:lnSpc>
                <a:spcPct val="89500"/>
              </a:lnSpc>
              <a:spcBef>
                <a:spcPts val="96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theory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of </a:t>
            </a:r>
            <a:r>
              <a:rPr dirty="0" sz="2000" spc="-10">
                <a:latin typeface="Calibri"/>
                <a:cs typeface="Calibri"/>
              </a:rPr>
              <a:t>consciousness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general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(not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just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10">
                <a:latin typeface="Calibri"/>
                <a:cs typeface="Calibri"/>
              </a:rPr>
              <a:t> humans).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510369" y="851518"/>
            <a:ext cx="6184900" cy="5155565"/>
          </a:xfrm>
          <a:custGeom>
            <a:avLst/>
            <a:gdLst/>
            <a:ahLst/>
            <a:cxnLst/>
            <a:rect l="l" t="t" r="r" b="b"/>
            <a:pathLst>
              <a:path w="6184900" h="5155565">
                <a:moveTo>
                  <a:pt x="2497662" y="0"/>
                </a:moveTo>
                <a:lnTo>
                  <a:pt x="1573267" y="0"/>
                </a:lnTo>
                <a:lnTo>
                  <a:pt x="1529750" y="5781"/>
                </a:lnTo>
                <a:lnTo>
                  <a:pt x="1490163" y="22378"/>
                </a:lnTo>
                <a:lnTo>
                  <a:pt x="1456191" y="48673"/>
                </a:lnTo>
                <a:lnTo>
                  <a:pt x="1429518" y="83545"/>
                </a:lnTo>
                <a:lnTo>
                  <a:pt x="968320" y="881195"/>
                </a:lnTo>
                <a:lnTo>
                  <a:pt x="951474" y="920668"/>
                </a:lnTo>
                <a:lnTo>
                  <a:pt x="945858" y="962751"/>
                </a:lnTo>
                <a:lnTo>
                  <a:pt x="951474" y="1004835"/>
                </a:lnTo>
                <a:lnTo>
                  <a:pt x="968320" y="1044307"/>
                </a:lnTo>
                <a:lnTo>
                  <a:pt x="1429518" y="1841959"/>
                </a:lnTo>
                <a:lnTo>
                  <a:pt x="1456191" y="1876832"/>
                </a:lnTo>
                <a:lnTo>
                  <a:pt x="1490163" y="1903126"/>
                </a:lnTo>
                <a:lnTo>
                  <a:pt x="1491372" y="1903633"/>
                </a:lnTo>
                <a:lnTo>
                  <a:pt x="1049242" y="2668303"/>
                </a:lnTo>
                <a:lnTo>
                  <a:pt x="1025843" y="2714132"/>
                </a:lnTo>
                <a:lnTo>
                  <a:pt x="1009130" y="2762293"/>
                </a:lnTo>
                <a:lnTo>
                  <a:pt x="999102" y="2812008"/>
                </a:lnTo>
                <a:lnTo>
                  <a:pt x="995759" y="2862500"/>
                </a:lnTo>
                <a:lnTo>
                  <a:pt x="999102" y="2912992"/>
                </a:lnTo>
                <a:lnTo>
                  <a:pt x="1009130" y="2962707"/>
                </a:lnTo>
                <a:lnTo>
                  <a:pt x="1025843" y="3010867"/>
                </a:lnTo>
                <a:lnTo>
                  <a:pt x="1049242" y="3056696"/>
                </a:lnTo>
                <a:lnTo>
                  <a:pt x="2147429" y="4956034"/>
                </a:lnTo>
                <a:lnTo>
                  <a:pt x="2173253" y="4995290"/>
                </a:lnTo>
                <a:lnTo>
                  <a:pt x="2202951" y="5030804"/>
                </a:lnTo>
                <a:lnTo>
                  <a:pt x="2236170" y="5062342"/>
                </a:lnTo>
                <a:lnTo>
                  <a:pt x="2272559" y="5089669"/>
                </a:lnTo>
                <a:lnTo>
                  <a:pt x="2311766" y="5112552"/>
                </a:lnTo>
                <a:lnTo>
                  <a:pt x="2353437" y="5130757"/>
                </a:lnTo>
                <a:lnTo>
                  <a:pt x="2397221" y="5144051"/>
                </a:lnTo>
                <a:lnTo>
                  <a:pt x="2442767" y="5152198"/>
                </a:lnTo>
                <a:lnTo>
                  <a:pt x="2489721" y="5154966"/>
                </a:lnTo>
                <a:lnTo>
                  <a:pt x="4690845" y="5154966"/>
                </a:lnTo>
                <a:lnTo>
                  <a:pt x="4742202" y="5151469"/>
                </a:lnTo>
                <a:lnTo>
                  <a:pt x="4792389" y="5141201"/>
                </a:lnTo>
                <a:lnTo>
                  <a:pt x="4840682" y="5124493"/>
                </a:lnTo>
                <a:lnTo>
                  <a:pt x="4886356" y="5101681"/>
                </a:lnTo>
                <a:lnTo>
                  <a:pt x="4928688" y="5073095"/>
                </a:lnTo>
                <a:lnTo>
                  <a:pt x="4966952" y="5039070"/>
                </a:lnTo>
                <a:lnTo>
                  <a:pt x="5000425" y="4999939"/>
                </a:lnTo>
                <a:lnTo>
                  <a:pt x="5028383" y="4956034"/>
                </a:lnTo>
                <a:lnTo>
                  <a:pt x="6131322" y="3056696"/>
                </a:lnTo>
                <a:lnTo>
                  <a:pt x="6154721" y="3010867"/>
                </a:lnTo>
                <a:lnTo>
                  <a:pt x="6171434" y="2962707"/>
                </a:lnTo>
                <a:lnTo>
                  <a:pt x="6181463" y="2912992"/>
                </a:lnTo>
                <a:lnTo>
                  <a:pt x="6184805" y="2862500"/>
                </a:lnTo>
                <a:lnTo>
                  <a:pt x="6181463" y="2812008"/>
                </a:lnTo>
                <a:lnTo>
                  <a:pt x="6171434" y="2762293"/>
                </a:lnTo>
                <a:lnTo>
                  <a:pt x="6154721" y="2714132"/>
                </a:lnTo>
                <a:lnTo>
                  <a:pt x="6131322" y="2668303"/>
                </a:lnTo>
                <a:lnTo>
                  <a:pt x="5694561" y="1916169"/>
                </a:lnTo>
                <a:lnTo>
                  <a:pt x="1569352" y="1916169"/>
                </a:lnTo>
                <a:lnTo>
                  <a:pt x="1558195" y="1915799"/>
                </a:lnTo>
                <a:lnTo>
                  <a:pt x="1547206" y="1914701"/>
                </a:lnTo>
                <a:lnTo>
                  <a:pt x="1536410" y="1912892"/>
                </a:lnTo>
                <a:lnTo>
                  <a:pt x="1525834" y="1910389"/>
                </a:lnTo>
                <a:lnTo>
                  <a:pt x="1500107" y="1899603"/>
                </a:lnTo>
                <a:lnTo>
                  <a:pt x="1558259" y="1799028"/>
                </a:lnTo>
                <a:lnTo>
                  <a:pt x="1552039" y="1796420"/>
                </a:lnTo>
                <a:lnTo>
                  <a:pt x="1509196" y="1758541"/>
                </a:lnTo>
                <a:lnTo>
                  <a:pt x="1089410" y="1035053"/>
                </a:lnTo>
                <a:lnTo>
                  <a:pt x="1069497" y="962751"/>
                </a:lnTo>
                <a:lnTo>
                  <a:pt x="1074475" y="925442"/>
                </a:lnTo>
                <a:lnTo>
                  <a:pt x="1498276" y="183307"/>
                </a:lnTo>
                <a:lnTo>
                  <a:pt x="1521921" y="152392"/>
                </a:lnTo>
                <a:lnTo>
                  <a:pt x="1587134" y="114367"/>
                </a:lnTo>
                <a:lnTo>
                  <a:pt x="1625714" y="109242"/>
                </a:lnTo>
                <a:lnTo>
                  <a:pt x="2654336" y="109242"/>
                </a:lnTo>
                <a:lnTo>
                  <a:pt x="2639414" y="83545"/>
                </a:lnTo>
                <a:lnTo>
                  <a:pt x="2613615" y="48673"/>
                </a:lnTo>
                <a:lnTo>
                  <a:pt x="2579768" y="22378"/>
                </a:lnTo>
                <a:lnTo>
                  <a:pt x="2540306" y="5781"/>
                </a:lnTo>
                <a:lnTo>
                  <a:pt x="2497662" y="0"/>
                </a:lnTo>
                <a:close/>
              </a:path>
              <a:path w="6184900" h="5155565">
                <a:moveTo>
                  <a:pt x="898270" y="3125190"/>
                </a:moveTo>
                <a:lnTo>
                  <a:pt x="363179" y="3125190"/>
                </a:lnTo>
                <a:lnTo>
                  <a:pt x="337989" y="3128536"/>
                </a:lnTo>
                <a:lnTo>
                  <a:pt x="295408" y="3153364"/>
                </a:lnTo>
                <a:lnTo>
                  <a:pt x="13002" y="3635275"/>
                </a:lnTo>
                <a:lnTo>
                  <a:pt x="0" y="3682485"/>
                </a:lnTo>
                <a:lnTo>
                  <a:pt x="3250" y="3706845"/>
                </a:lnTo>
                <a:lnTo>
                  <a:pt x="279969" y="4191420"/>
                </a:lnTo>
                <a:lnTo>
                  <a:pt x="315073" y="4226826"/>
                </a:lnTo>
                <a:lnTo>
                  <a:pt x="363179" y="4239780"/>
                </a:lnTo>
                <a:lnTo>
                  <a:pt x="898270" y="4239780"/>
                </a:lnTo>
                <a:lnTo>
                  <a:pt x="945798" y="4226826"/>
                </a:lnTo>
                <a:lnTo>
                  <a:pt x="980326" y="4191420"/>
                </a:lnTo>
                <a:lnTo>
                  <a:pt x="1248448" y="3729694"/>
                </a:lnTo>
                <a:lnTo>
                  <a:pt x="1261450" y="3682485"/>
                </a:lnTo>
                <a:lnTo>
                  <a:pt x="1258199" y="3658124"/>
                </a:lnTo>
                <a:lnTo>
                  <a:pt x="980326" y="3173550"/>
                </a:lnTo>
                <a:lnTo>
                  <a:pt x="945798" y="3138144"/>
                </a:lnTo>
                <a:lnTo>
                  <a:pt x="898270" y="3125190"/>
                </a:lnTo>
                <a:close/>
              </a:path>
              <a:path w="6184900" h="5155565">
                <a:moveTo>
                  <a:pt x="4690845" y="570034"/>
                </a:moveTo>
                <a:lnTo>
                  <a:pt x="2923422" y="570034"/>
                </a:lnTo>
                <a:lnTo>
                  <a:pt x="3098693" y="871862"/>
                </a:lnTo>
                <a:lnTo>
                  <a:pt x="3115539" y="911335"/>
                </a:lnTo>
                <a:lnTo>
                  <a:pt x="3121154" y="953418"/>
                </a:lnTo>
                <a:lnTo>
                  <a:pt x="3115539" y="995501"/>
                </a:lnTo>
                <a:lnTo>
                  <a:pt x="3098647" y="1035053"/>
                </a:lnTo>
                <a:lnTo>
                  <a:pt x="2635497" y="1832626"/>
                </a:lnTo>
                <a:lnTo>
                  <a:pt x="2609699" y="1867498"/>
                </a:lnTo>
                <a:lnTo>
                  <a:pt x="2575852" y="1893792"/>
                </a:lnTo>
                <a:lnTo>
                  <a:pt x="2536382" y="1910389"/>
                </a:lnTo>
                <a:lnTo>
                  <a:pt x="2493745" y="1916169"/>
                </a:lnTo>
                <a:lnTo>
                  <a:pt x="5694561" y="1916169"/>
                </a:lnTo>
                <a:lnTo>
                  <a:pt x="5028383" y="768967"/>
                </a:lnTo>
                <a:lnTo>
                  <a:pt x="5000425" y="725061"/>
                </a:lnTo>
                <a:lnTo>
                  <a:pt x="4966952" y="685930"/>
                </a:lnTo>
                <a:lnTo>
                  <a:pt x="4928688" y="651905"/>
                </a:lnTo>
                <a:lnTo>
                  <a:pt x="4886356" y="623319"/>
                </a:lnTo>
                <a:lnTo>
                  <a:pt x="4840682" y="600506"/>
                </a:lnTo>
                <a:lnTo>
                  <a:pt x="4792389" y="583799"/>
                </a:lnTo>
                <a:lnTo>
                  <a:pt x="4742202" y="573531"/>
                </a:lnTo>
                <a:lnTo>
                  <a:pt x="4690845" y="570034"/>
                </a:lnTo>
                <a:close/>
              </a:path>
              <a:path w="6184900" h="5155565">
                <a:moveTo>
                  <a:pt x="2796959" y="570034"/>
                </a:moveTo>
                <a:lnTo>
                  <a:pt x="2489721" y="570034"/>
                </a:lnTo>
                <a:lnTo>
                  <a:pt x="2442767" y="572802"/>
                </a:lnTo>
                <a:lnTo>
                  <a:pt x="2397221" y="580949"/>
                </a:lnTo>
                <a:lnTo>
                  <a:pt x="2353437" y="594243"/>
                </a:lnTo>
                <a:lnTo>
                  <a:pt x="2311766" y="612448"/>
                </a:lnTo>
                <a:lnTo>
                  <a:pt x="2272559" y="635331"/>
                </a:lnTo>
                <a:lnTo>
                  <a:pt x="2236170" y="662659"/>
                </a:lnTo>
                <a:lnTo>
                  <a:pt x="2202951" y="694196"/>
                </a:lnTo>
                <a:lnTo>
                  <a:pt x="2173253" y="729710"/>
                </a:lnTo>
                <a:lnTo>
                  <a:pt x="2147429" y="768967"/>
                </a:lnTo>
                <a:lnTo>
                  <a:pt x="1556682" y="1790675"/>
                </a:lnTo>
                <a:lnTo>
                  <a:pt x="1583220" y="1801801"/>
                </a:lnTo>
                <a:lnTo>
                  <a:pt x="1592594" y="1804020"/>
                </a:lnTo>
                <a:lnTo>
                  <a:pt x="1602165" y="1805624"/>
                </a:lnTo>
                <a:lnTo>
                  <a:pt x="1611907" y="1806598"/>
                </a:lnTo>
                <a:lnTo>
                  <a:pt x="1621797" y="1806926"/>
                </a:lnTo>
                <a:lnTo>
                  <a:pt x="2441298" y="1806926"/>
                </a:lnTo>
                <a:lnTo>
                  <a:pt x="2479104" y="1801801"/>
                </a:lnTo>
                <a:lnTo>
                  <a:pt x="2544096" y="1763777"/>
                </a:lnTo>
                <a:lnTo>
                  <a:pt x="2566967" y="1732862"/>
                </a:lnTo>
                <a:lnTo>
                  <a:pt x="2977604" y="1025719"/>
                </a:lnTo>
                <a:lnTo>
                  <a:pt x="2997516" y="953418"/>
                </a:lnTo>
                <a:lnTo>
                  <a:pt x="2992538" y="916110"/>
                </a:lnTo>
                <a:lnTo>
                  <a:pt x="2977638" y="881195"/>
                </a:lnTo>
                <a:lnTo>
                  <a:pt x="2796959" y="570034"/>
                </a:lnTo>
                <a:close/>
              </a:path>
              <a:path w="6184900" h="5155565">
                <a:moveTo>
                  <a:pt x="2654336" y="109242"/>
                </a:moveTo>
                <a:lnTo>
                  <a:pt x="2445216" y="109242"/>
                </a:lnTo>
                <a:lnTo>
                  <a:pt x="2483021" y="114367"/>
                </a:lnTo>
                <a:lnTo>
                  <a:pt x="2518005" y="129081"/>
                </a:lnTo>
                <a:lnTo>
                  <a:pt x="2548013" y="152392"/>
                </a:lnTo>
                <a:lnTo>
                  <a:pt x="2570885" y="183307"/>
                </a:lnTo>
                <a:lnTo>
                  <a:pt x="2789466" y="559719"/>
                </a:lnTo>
                <a:lnTo>
                  <a:pt x="2915927" y="559719"/>
                </a:lnTo>
                <a:lnTo>
                  <a:pt x="2654336" y="109242"/>
                </a:lnTo>
                <a:close/>
              </a:path>
            </a:pathLst>
          </a:custGeom>
          <a:solidFill>
            <a:srgbClr val="7F7F7F">
              <a:alpha val="1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5672" y="2025396"/>
            <a:ext cx="468249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120"/>
              <a:t> </a:t>
            </a:r>
            <a:r>
              <a:rPr dirty="0"/>
              <a:t>general</a:t>
            </a:r>
            <a:r>
              <a:rPr dirty="0" spc="-120"/>
              <a:t> </a:t>
            </a:r>
            <a:r>
              <a:rPr dirty="0" spc="-10"/>
              <a:t>problem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873455" y="1045422"/>
            <a:ext cx="4708525" cy="4740910"/>
            <a:chOff x="6873455" y="1045422"/>
            <a:chExt cx="4708525" cy="4740910"/>
          </a:xfrm>
        </p:grpSpPr>
        <p:sp>
          <p:nvSpPr>
            <p:cNvPr id="4" name="object 4" descr=""/>
            <p:cNvSpPr/>
            <p:nvPr/>
          </p:nvSpPr>
          <p:spPr>
            <a:xfrm>
              <a:off x="7127309" y="1311536"/>
              <a:ext cx="671830" cy="595630"/>
            </a:xfrm>
            <a:custGeom>
              <a:avLst/>
              <a:gdLst/>
              <a:ahLst/>
              <a:cxnLst/>
              <a:rect l="l" t="t" r="r" b="b"/>
              <a:pathLst>
                <a:path w="671829" h="595630">
                  <a:moveTo>
                    <a:pt x="191636" y="595380"/>
                  </a:moveTo>
                  <a:lnTo>
                    <a:pt x="150340" y="572149"/>
                  </a:lnTo>
                  <a:lnTo>
                    <a:pt x="66782" y="427405"/>
                  </a:lnTo>
                  <a:lnTo>
                    <a:pt x="23873" y="353076"/>
                  </a:lnTo>
                  <a:lnTo>
                    <a:pt x="8065" y="325692"/>
                  </a:lnTo>
                  <a:lnTo>
                    <a:pt x="5807" y="321780"/>
                  </a:lnTo>
                  <a:lnTo>
                    <a:pt x="1451" y="310380"/>
                  </a:lnTo>
                  <a:lnTo>
                    <a:pt x="0" y="297690"/>
                  </a:lnTo>
                  <a:lnTo>
                    <a:pt x="1451" y="284999"/>
                  </a:lnTo>
                  <a:lnTo>
                    <a:pt x="5807" y="273599"/>
                  </a:lnTo>
                  <a:lnTo>
                    <a:pt x="89365" y="128854"/>
                  </a:lnTo>
                  <a:lnTo>
                    <a:pt x="132274" y="54526"/>
                  </a:lnTo>
                  <a:lnTo>
                    <a:pt x="157519" y="14155"/>
                  </a:lnTo>
                  <a:lnTo>
                    <a:pt x="191636" y="0"/>
                  </a:lnTo>
                  <a:lnTo>
                    <a:pt x="358753" y="0"/>
                  </a:lnTo>
                  <a:lnTo>
                    <a:pt x="444570" y="0"/>
                  </a:lnTo>
                  <a:lnTo>
                    <a:pt x="476187" y="0"/>
                  </a:lnTo>
                  <a:lnTo>
                    <a:pt x="480703" y="0"/>
                  </a:lnTo>
                  <a:lnTo>
                    <a:pt x="492237" y="1814"/>
                  </a:lnTo>
                  <a:lnTo>
                    <a:pt x="605557" y="167974"/>
                  </a:lnTo>
                  <a:lnTo>
                    <a:pt x="648465" y="242303"/>
                  </a:lnTo>
                  <a:lnTo>
                    <a:pt x="664274" y="269687"/>
                  </a:lnTo>
                  <a:lnTo>
                    <a:pt x="666532" y="273599"/>
                  </a:lnTo>
                  <a:lnTo>
                    <a:pt x="670404" y="284999"/>
                  </a:lnTo>
                  <a:lnTo>
                    <a:pt x="671694" y="297690"/>
                  </a:lnTo>
                  <a:lnTo>
                    <a:pt x="670404" y="310380"/>
                  </a:lnTo>
                  <a:lnTo>
                    <a:pt x="666532" y="321780"/>
                  </a:lnTo>
                  <a:lnTo>
                    <a:pt x="582974" y="466525"/>
                  </a:lnTo>
                  <a:lnTo>
                    <a:pt x="540065" y="540853"/>
                  </a:lnTo>
                  <a:lnTo>
                    <a:pt x="524257" y="568237"/>
                  </a:lnTo>
                  <a:lnTo>
                    <a:pt x="492237" y="593565"/>
                  </a:lnTo>
                  <a:lnTo>
                    <a:pt x="480703" y="595380"/>
                  </a:lnTo>
                  <a:lnTo>
                    <a:pt x="191636" y="59538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704842" y="1059709"/>
              <a:ext cx="548005" cy="485775"/>
            </a:xfrm>
            <a:custGeom>
              <a:avLst/>
              <a:gdLst/>
              <a:ahLst/>
              <a:cxnLst/>
              <a:rect l="l" t="t" r="r" b="b"/>
              <a:pathLst>
                <a:path w="548004" h="485775">
                  <a:moveTo>
                    <a:pt x="156206" y="485306"/>
                  </a:moveTo>
                  <a:lnTo>
                    <a:pt x="122545" y="466370"/>
                  </a:lnTo>
                  <a:lnTo>
                    <a:pt x="54435" y="348386"/>
                  </a:lnTo>
                  <a:lnTo>
                    <a:pt x="19460" y="287799"/>
                  </a:lnTo>
                  <a:lnTo>
                    <a:pt x="6574" y="265478"/>
                  </a:lnTo>
                  <a:lnTo>
                    <a:pt x="4733" y="262289"/>
                  </a:lnTo>
                  <a:lnTo>
                    <a:pt x="1183" y="252997"/>
                  </a:lnTo>
                  <a:lnTo>
                    <a:pt x="0" y="242653"/>
                  </a:lnTo>
                  <a:lnTo>
                    <a:pt x="1183" y="232308"/>
                  </a:lnTo>
                  <a:lnTo>
                    <a:pt x="4733" y="223016"/>
                  </a:lnTo>
                  <a:lnTo>
                    <a:pt x="72843" y="105032"/>
                  </a:lnTo>
                  <a:lnTo>
                    <a:pt x="107819" y="44445"/>
                  </a:lnTo>
                  <a:lnTo>
                    <a:pt x="128397" y="11538"/>
                  </a:lnTo>
                  <a:lnTo>
                    <a:pt x="156206" y="0"/>
                  </a:lnTo>
                  <a:lnTo>
                    <a:pt x="292426" y="0"/>
                  </a:lnTo>
                  <a:lnTo>
                    <a:pt x="362377" y="0"/>
                  </a:lnTo>
                  <a:lnTo>
                    <a:pt x="388149" y="0"/>
                  </a:lnTo>
                  <a:lnTo>
                    <a:pt x="391831" y="0"/>
                  </a:lnTo>
                  <a:lnTo>
                    <a:pt x="401232" y="1479"/>
                  </a:lnTo>
                  <a:lnTo>
                    <a:pt x="410765" y="5522"/>
                  </a:lnTo>
                  <a:lnTo>
                    <a:pt x="419246" y="11538"/>
                  </a:lnTo>
                  <a:lnTo>
                    <a:pt x="425491" y="18935"/>
                  </a:lnTo>
                  <a:lnTo>
                    <a:pt x="493601" y="136919"/>
                  </a:lnTo>
                  <a:lnTo>
                    <a:pt x="528577" y="197506"/>
                  </a:lnTo>
                  <a:lnTo>
                    <a:pt x="541463" y="219827"/>
                  </a:lnTo>
                  <a:lnTo>
                    <a:pt x="543304" y="223016"/>
                  </a:lnTo>
                  <a:lnTo>
                    <a:pt x="546459" y="232308"/>
                  </a:lnTo>
                  <a:lnTo>
                    <a:pt x="547511" y="242653"/>
                  </a:lnTo>
                  <a:lnTo>
                    <a:pt x="546459" y="252997"/>
                  </a:lnTo>
                  <a:lnTo>
                    <a:pt x="543304" y="262289"/>
                  </a:lnTo>
                  <a:lnTo>
                    <a:pt x="475193" y="380274"/>
                  </a:lnTo>
                  <a:lnTo>
                    <a:pt x="440218" y="440860"/>
                  </a:lnTo>
                  <a:lnTo>
                    <a:pt x="427332" y="463181"/>
                  </a:lnTo>
                  <a:lnTo>
                    <a:pt x="425491" y="466370"/>
                  </a:lnTo>
                  <a:lnTo>
                    <a:pt x="419246" y="473767"/>
                  </a:lnTo>
                  <a:lnTo>
                    <a:pt x="410765" y="479783"/>
                  </a:lnTo>
                  <a:lnTo>
                    <a:pt x="401232" y="483826"/>
                  </a:lnTo>
                  <a:lnTo>
                    <a:pt x="391831" y="485306"/>
                  </a:lnTo>
                  <a:lnTo>
                    <a:pt x="156206" y="485306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898855" y="1645693"/>
              <a:ext cx="4657725" cy="4115435"/>
            </a:xfrm>
            <a:custGeom>
              <a:avLst/>
              <a:gdLst/>
              <a:ahLst/>
              <a:cxnLst/>
              <a:rect l="l" t="t" r="r" b="b"/>
              <a:pathLst>
                <a:path w="4657725" h="4115435">
                  <a:moveTo>
                    <a:pt x="3316389" y="0"/>
                  </a:moveTo>
                  <a:lnTo>
                    <a:pt x="2174280" y="0"/>
                  </a:lnTo>
                  <a:lnTo>
                    <a:pt x="1587791" y="0"/>
                  </a:lnTo>
                  <a:lnTo>
                    <a:pt x="1371717" y="0"/>
                  </a:lnTo>
                  <a:lnTo>
                    <a:pt x="1340849" y="0"/>
                  </a:lnTo>
                  <a:lnTo>
                    <a:pt x="1293522" y="3138"/>
                  </a:lnTo>
                  <a:lnTo>
                    <a:pt x="1247845" y="12354"/>
                  </a:lnTo>
                  <a:lnTo>
                    <a:pt x="1204269" y="27349"/>
                  </a:lnTo>
                  <a:lnTo>
                    <a:pt x="1163242" y="47824"/>
                  </a:lnTo>
                  <a:lnTo>
                    <a:pt x="1125216" y="73480"/>
                  </a:lnTo>
                  <a:lnTo>
                    <a:pt x="1090640" y="104018"/>
                  </a:lnTo>
                  <a:lnTo>
                    <a:pt x="1059964" y="139139"/>
                  </a:lnTo>
                  <a:lnTo>
                    <a:pt x="1033638" y="178544"/>
                  </a:lnTo>
                  <a:lnTo>
                    <a:pt x="463817" y="1164059"/>
                  </a:lnTo>
                  <a:lnTo>
                    <a:pt x="171206" y="1670134"/>
                  </a:lnTo>
                  <a:lnTo>
                    <a:pt x="63402" y="1856583"/>
                  </a:lnTo>
                  <a:lnTo>
                    <a:pt x="48001" y="1883219"/>
                  </a:lnTo>
                  <a:lnTo>
                    <a:pt x="27001" y="1924351"/>
                  </a:lnTo>
                  <a:lnTo>
                    <a:pt x="12000" y="1967575"/>
                  </a:lnTo>
                  <a:lnTo>
                    <a:pt x="3000" y="2012195"/>
                  </a:lnTo>
                  <a:lnTo>
                    <a:pt x="0" y="2057512"/>
                  </a:lnTo>
                  <a:lnTo>
                    <a:pt x="3000" y="2102829"/>
                  </a:lnTo>
                  <a:lnTo>
                    <a:pt x="12000" y="2147448"/>
                  </a:lnTo>
                  <a:lnTo>
                    <a:pt x="27001" y="2190673"/>
                  </a:lnTo>
                  <a:lnTo>
                    <a:pt x="48001" y="2231806"/>
                  </a:lnTo>
                  <a:lnTo>
                    <a:pt x="617822" y="3217320"/>
                  </a:lnTo>
                  <a:lnTo>
                    <a:pt x="910433" y="3723395"/>
                  </a:lnTo>
                  <a:lnTo>
                    <a:pt x="1018237" y="3909844"/>
                  </a:lnTo>
                  <a:lnTo>
                    <a:pt x="1059964" y="3975885"/>
                  </a:lnTo>
                  <a:lnTo>
                    <a:pt x="1090640" y="4011006"/>
                  </a:lnTo>
                  <a:lnTo>
                    <a:pt x="1125216" y="4041544"/>
                  </a:lnTo>
                  <a:lnTo>
                    <a:pt x="1163242" y="4067200"/>
                  </a:lnTo>
                  <a:lnTo>
                    <a:pt x="1204269" y="4087675"/>
                  </a:lnTo>
                  <a:lnTo>
                    <a:pt x="1247845" y="4102670"/>
                  </a:lnTo>
                  <a:lnTo>
                    <a:pt x="1293522" y="4111886"/>
                  </a:lnTo>
                  <a:lnTo>
                    <a:pt x="1340849" y="4115025"/>
                  </a:lnTo>
                  <a:lnTo>
                    <a:pt x="2482958" y="4115025"/>
                  </a:lnTo>
                  <a:lnTo>
                    <a:pt x="3069446" y="4115025"/>
                  </a:lnTo>
                  <a:lnTo>
                    <a:pt x="3285521" y="4115025"/>
                  </a:lnTo>
                  <a:lnTo>
                    <a:pt x="3316389" y="4115025"/>
                  </a:lnTo>
                  <a:lnTo>
                    <a:pt x="3362482" y="4111886"/>
                  </a:lnTo>
                  <a:lnTo>
                    <a:pt x="3407526" y="4102670"/>
                  </a:lnTo>
                  <a:lnTo>
                    <a:pt x="3450869" y="4087675"/>
                  </a:lnTo>
                  <a:lnTo>
                    <a:pt x="3491862" y="4067200"/>
                  </a:lnTo>
                  <a:lnTo>
                    <a:pt x="3529855" y="4041544"/>
                  </a:lnTo>
                  <a:lnTo>
                    <a:pt x="3564198" y="4011006"/>
                  </a:lnTo>
                  <a:lnTo>
                    <a:pt x="3594241" y="3975885"/>
                  </a:lnTo>
                  <a:lnTo>
                    <a:pt x="3619334" y="3936480"/>
                  </a:lnTo>
                  <a:lnTo>
                    <a:pt x="4191622" y="2950965"/>
                  </a:lnTo>
                  <a:lnTo>
                    <a:pt x="4485499" y="2444890"/>
                  </a:lnTo>
                  <a:lnTo>
                    <a:pt x="4593770" y="2258441"/>
                  </a:lnTo>
                  <a:lnTo>
                    <a:pt x="4609237" y="2231806"/>
                  </a:lnTo>
                  <a:lnTo>
                    <a:pt x="4630238" y="2190673"/>
                  </a:lnTo>
                  <a:lnTo>
                    <a:pt x="4645238" y="2147448"/>
                  </a:lnTo>
                  <a:lnTo>
                    <a:pt x="4654238" y="2102829"/>
                  </a:lnTo>
                  <a:lnTo>
                    <a:pt x="4657238" y="2057512"/>
                  </a:lnTo>
                  <a:lnTo>
                    <a:pt x="4654238" y="2012195"/>
                  </a:lnTo>
                  <a:lnTo>
                    <a:pt x="4645238" y="1967575"/>
                  </a:lnTo>
                  <a:lnTo>
                    <a:pt x="4630238" y="1924351"/>
                  </a:lnTo>
                  <a:lnTo>
                    <a:pt x="4609237" y="1883219"/>
                  </a:lnTo>
                  <a:lnTo>
                    <a:pt x="4036949" y="897704"/>
                  </a:lnTo>
                  <a:lnTo>
                    <a:pt x="3743072" y="391628"/>
                  </a:lnTo>
                  <a:lnTo>
                    <a:pt x="3634801" y="205180"/>
                  </a:lnTo>
                  <a:lnTo>
                    <a:pt x="3619334" y="178544"/>
                  </a:lnTo>
                  <a:lnTo>
                    <a:pt x="3594241" y="139139"/>
                  </a:lnTo>
                  <a:lnTo>
                    <a:pt x="3564198" y="104018"/>
                  </a:lnTo>
                  <a:lnTo>
                    <a:pt x="3529855" y="73480"/>
                  </a:lnTo>
                  <a:lnTo>
                    <a:pt x="3491862" y="47824"/>
                  </a:lnTo>
                  <a:lnTo>
                    <a:pt x="3450869" y="27349"/>
                  </a:lnTo>
                  <a:lnTo>
                    <a:pt x="3407526" y="12354"/>
                  </a:lnTo>
                  <a:lnTo>
                    <a:pt x="3362482" y="3138"/>
                  </a:lnTo>
                  <a:lnTo>
                    <a:pt x="3316389" y="0"/>
                  </a:lnTo>
                  <a:close/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365674" y="2941320"/>
            <a:ext cx="4851400" cy="2406015"/>
          </a:xfrm>
          <a:prstGeom prst="rect">
            <a:avLst/>
          </a:prstGeom>
        </p:spPr>
        <p:txBody>
          <a:bodyPr wrap="square" lIns="0" tIns="45719" rIns="0" bIns="0" rtlCol="0" vert="horz">
            <a:spAutoFit/>
          </a:bodyPr>
          <a:lstStyle/>
          <a:p>
            <a:pPr marL="241300" marR="270510" indent="-228600">
              <a:lnSpc>
                <a:spcPts val="1800"/>
              </a:lnSpc>
              <a:spcBef>
                <a:spcPts val="35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There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are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many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shapes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theory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consciousness </a:t>
            </a:r>
            <a:r>
              <a:rPr dirty="0" sz="1700">
                <a:latin typeface="Calibri"/>
                <a:cs typeface="Calibri"/>
              </a:rPr>
              <a:t>could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take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(discussed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previous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lectures).</a:t>
            </a:r>
            <a:endParaRPr sz="1700">
              <a:latin typeface="Calibri"/>
              <a:cs typeface="Calibri"/>
            </a:endParaRPr>
          </a:p>
          <a:p>
            <a:pPr lvl="1" marL="698500" marR="188595" indent="-228600">
              <a:lnSpc>
                <a:spcPts val="1800"/>
              </a:lnSpc>
              <a:spcBef>
                <a:spcPts val="60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700">
                <a:latin typeface="Calibri"/>
                <a:cs typeface="Calibri"/>
              </a:rPr>
              <a:t>It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could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tell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that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specific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kinds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neural </a:t>
            </a:r>
            <a:r>
              <a:rPr dirty="0" sz="1700">
                <a:latin typeface="Calibri"/>
                <a:cs typeface="Calibri"/>
              </a:rPr>
              <a:t>processes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or</a:t>
            </a:r>
            <a:r>
              <a:rPr dirty="0" sz="1700" spc="-7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structure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sustain</a:t>
            </a:r>
            <a:r>
              <a:rPr dirty="0" sz="1700" spc="-7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consciousness.</a:t>
            </a:r>
            <a:endParaRPr sz="1700">
              <a:latin typeface="Calibri"/>
              <a:cs typeface="Calibri"/>
            </a:endParaRPr>
          </a:p>
          <a:p>
            <a:pPr lvl="1" marL="698500" marR="5080" indent="-228600">
              <a:lnSpc>
                <a:spcPts val="1900"/>
              </a:lnSpc>
              <a:spcBef>
                <a:spcPts val="42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700">
                <a:latin typeface="Calibri"/>
                <a:cs typeface="Calibri"/>
              </a:rPr>
              <a:t>It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could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tell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that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consciousness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matter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of </a:t>
            </a:r>
            <a:r>
              <a:rPr dirty="0" sz="1700">
                <a:latin typeface="Calibri"/>
                <a:cs typeface="Calibri"/>
              </a:rPr>
              <a:t>functional</a:t>
            </a:r>
            <a:r>
              <a:rPr dirty="0" sz="1700" spc="-70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role.</a:t>
            </a:r>
            <a:endParaRPr sz="1700">
              <a:latin typeface="Calibri"/>
              <a:cs typeface="Calibri"/>
            </a:endParaRPr>
          </a:p>
          <a:p>
            <a:pPr lvl="1" marL="698500" marR="295910" indent="-228600">
              <a:lnSpc>
                <a:spcPts val="1800"/>
              </a:lnSpc>
              <a:spcBef>
                <a:spcPts val="48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700">
                <a:latin typeface="Calibri"/>
                <a:cs typeface="Calibri"/>
              </a:rPr>
              <a:t>It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could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tell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that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consciousness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requires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50">
                <a:latin typeface="Calibri"/>
                <a:cs typeface="Calibri"/>
              </a:rPr>
              <a:t>a </a:t>
            </a:r>
            <a:r>
              <a:rPr dirty="0" sz="1700" spc="-10">
                <a:latin typeface="Calibri"/>
                <a:cs typeface="Calibri"/>
              </a:rPr>
              <a:t>non-physical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ingredient.</a:t>
            </a:r>
            <a:endParaRPr sz="1700">
              <a:latin typeface="Calibri"/>
              <a:cs typeface="Calibri"/>
            </a:endParaRPr>
          </a:p>
          <a:p>
            <a:pPr lvl="1" marL="697865" indent="-227965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700" spc="-20">
                <a:latin typeface="Calibri"/>
                <a:cs typeface="Calibri"/>
              </a:rPr>
              <a:t>Etc.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5672" y="2025396"/>
            <a:ext cx="468185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120"/>
              <a:t> </a:t>
            </a:r>
            <a:r>
              <a:rPr dirty="0"/>
              <a:t>general</a:t>
            </a:r>
            <a:r>
              <a:rPr dirty="0" spc="-120"/>
              <a:t> </a:t>
            </a:r>
            <a:r>
              <a:rPr dirty="0" spc="-10"/>
              <a:t>problem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873455" y="1045422"/>
            <a:ext cx="4708525" cy="4740910"/>
            <a:chOff x="6873455" y="1045422"/>
            <a:chExt cx="4708525" cy="4740910"/>
          </a:xfrm>
        </p:grpSpPr>
        <p:sp>
          <p:nvSpPr>
            <p:cNvPr id="4" name="object 4" descr=""/>
            <p:cNvSpPr/>
            <p:nvPr/>
          </p:nvSpPr>
          <p:spPr>
            <a:xfrm>
              <a:off x="7127309" y="1311536"/>
              <a:ext cx="671830" cy="595630"/>
            </a:xfrm>
            <a:custGeom>
              <a:avLst/>
              <a:gdLst/>
              <a:ahLst/>
              <a:cxnLst/>
              <a:rect l="l" t="t" r="r" b="b"/>
              <a:pathLst>
                <a:path w="671829" h="595630">
                  <a:moveTo>
                    <a:pt x="191636" y="595380"/>
                  </a:moveTo>
                  <a:lnTo>
                    <a:pt x="150340" y="572149"/>
                  </a:lnTo>
                  <a:lnTo>
                    <a:pt x="66782" y="427405"/>
                  </a:lnTo>
                  <a:lnTo>
                    <a:pt x="23873" y="353076"/>
                  </a:lnTo>
                  <a:lnTo>
                    <a:pt x="8065" y="325692"/>
                  </a:lnTo>
                  <a:lnTo>
                    <a:pt x="5807" y="321780"/>
                  </a:lnTo>
                  <a:lnTo>
                    <a:pt x="1451" y="310380"/>
                  </a:lnTo>
                  <a:lnTo>
                    <a:pt x="0" y="297690"/>
                  </a:lnTo>
                  <a:lnTo>
                    <a:pt x="1451" y="284999"/>
                  </a:lnTo>
                  <a:lnTo>
                    <a:pt x="5807" y="273599"/>
                  </a:lnTo>
                  <a:lnTo>
                    <a:pt x="89365" y="128854"/>
                  </a:lnTo>
                  <a:lnTo>
                    <a:pt x="132274" y="54526"/>
                  </a:lnTo>
                  <a:lnTo>
                    <a:pt x="157519" y="14155"/>
                  </a:lnTo>
                  <a:lnTo>
                    <a:pt x="191636" y="0"/>
                  </a:lnTo>
                  <a:lnTo>
                    <a:pt x="358753" y="0"/>
                  </a:lnTo>
                  <a:lnTo>
                    <a:pt x="444570" y="0"/>
                  </a:lnTo>
                  <a:lnTo>
                    <a:pt x="476187" y="0"/>
                  </a:lnTo>
                  <a:lnTo>
                    <a:pt x="480703" y="0"/>
                  </a:lnTo>
                  <a:lnTo>
                    <a:pt x="492237" y="1814"/>
                  </a:lnTo>
                  <a:lnTo>
                    <a:pt x="605557" y="167974"/>
                  </a:lnTo>
                  <a:lnTo>
                    <a:pt x="648465" y="242303"/>
                  </a:lnTo>
                  <a:lnTo>
                    <a:pt x="664274" y="269687"/>
                  </a:lnTo>
                  <a:lnTo>
                    <a:pt x="666532" y="273599"/>
                  </a:lnTo>
                  <a:lnTo>
                    <a:pt x="670404" y="284999"/>
                  </a:lnTo>
                  <a:lnTo>
                    <a:pt x="671694" y="297690"/>
                  </a:lnTo>
                  <a:lnTo>
                    <a:pt x="670404" y="310380"/>
                  </a:lnTo>
                  <a:lnTo>
                    <a:pt x="666532" y="321780"/>
                  </a:lnTo>
                  <a:lnTo>
                    <a:pt x="582974" y="466525"/>
                  </a:lnTo>
                  <a:lnTo>
                    <a:pt x="540065" y="540853"/>
                  </a:lnTo>
                  <a:lnTo>
                    <a:pt x="524257" y="568237"/>
                  </a:lnTo>
                  <a:lnTo>
                    <a:pt x="492237" y="593565"/>
                  </a:lnTo>
                  <a:lnTo>
                    <a:pt x="480703" y="595380"/>
                  </a:lnTo>
                  <a:lnTo>
                    <a:pt x="191636" y="59538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704842" y="1059709"/>
              <a:ext cx="548005" cy="485775"/>
            </a:xfrm>
            <a:custGeom>
              <a:avLst/>
              <a:gdLst/>
              <a:ahLst/>
              <a:cxnLst/>
              <a:rect l="l" t="t" r="r" b="b"/>
              <a:pathLst>
                <a:path w="548004" h="485775">
                  <a:moveTo>
                    <a:pt x="156206" y="485306"/>
                  </a:moveTo>
                  <a:lnTo>
                    <a:pt x="122545" y="466370"/>
                  </a:lnTo>
                  <a:lnTo>
                    <a:pt x="54435" y="348386"/>
                  </a:lnTo>
                  <a:lnTo>
                    <a:pt x="19460" y="287799"/>
                  </a:lnTo>
                  <a:lnTo>
                    <a:pt x="6574" y="265478"/>
                  </a:lnTo>
                  <a:lnTo>
                    <a:pt x="4733" y="262289"/>
                  </a:lnTo>
                  <a:lnTo>
                    <a:pt x="1183" y="252997"/>
                  </a:lnTo>
                  <a:lnTo>
                    <a:pt x="0" y="242653"/>
                  </a:lnTo>
                  <a:lnTo>
                    <a:pt x="1183" y="232308"/>
                  </a:lnTo>
                  <a:lnTo>
                    <a:pt x="4733" y="223016"/>
                  </a:lnTo>
                  <a:lnTo>
                    <a:pt x="72843" y="105032"/>
                  </a:lnTo>
                  <a:lnTo>
                    <a:pt x="107819" y="44445"/>
                  </a:lnTo>
                  <a:lnTo>
                    <a:pt x="128397" y="11538"/>
                  </a:lnTo>
                  <a:lnTo>
                    <a:pt x="156206" y="0"/>
                  </a:lnTo>
                  <a:lnTo>
                    <a:pt x="292426" y="0"/>
                  </a:lnTo>
                  <a:lnTo>
                    <a:pt x="362377" y="0"/>
                  </a:lnTo>
                  <a:lnTo>
                    <a:pt x="388149" y="0"/>
                  </a:lnTo>
                  <a:lnTo>
                    <a:pt x="391831" y="0"/>
                  </a:lnTo>
                  <a:lnTo>
                    <a:pt x="401232" y="1479"/>
                  </a:lnTo>
                  <a:lnTo>
                    <a:pt x="410765" y="5522"/>
                  </a:lnTo>
                  <a:lnTo>
                    <a:pt x="419246" y="11538"/>
                  </a:lnTo>
                  <a:lnTo>
                    <a:pt x="425491" y="18935"/>
                  </a:lnTo>
                  <a:lnTo>
                    <a:pt x="493601" y="136919"/>
                  </a:lnTo>
                  <a:lnTo>
                    <a:pt x="528577" y="197506"/>
                  </a:lnTo>
                  <a:lnTo>
                    <a:pt x="541463" y="219827"/>
                  </a:lnTo>
                  <a:lnTo>
                    <a:pt x="543304" y="223016"/>
                  </a:lnTo>
                  <a:lnTo>
                    <a:pt x="546459" y="232308"/>
                  </a:lnTo>
                  <a:lnTo>
                    <a:pt x="547511" y="242653"/>
                  </a:lnTo>
                  <a:lnTo>
                    <a:pt x="546459" y="252997"/>
                  </a:lnTo>
                  <a:lnTo>
                    <a:pt x="543304" y="262289"/>
                  </a:lnTo>
                  <a:lnTo>
                    <a:pt x="475193" y="380274"/>
                  </a:lnTo>
                  <a:lnTo>
                    <a:pt x="440218" y="440860"/>
                  </a:lnTo>
                  <a:lnTo>
                    <a:pt x="427332" y="463181"/>
                  </a:lnTo>
                  <a:lnTo>
                    <a:pt x="425491" y="466370"/>
                  </a:lnTo>
                  <a:lnTo>
                    <a:pt x="419246" y="473767"/>
                  </a:lnTo>
                  <a:lnTo>
                    <a:pt x="410765" y="479783"/>
                  </a:lnTo>
                  <a:lnTo>
                    <a:pt x="401232" y="483826"/>
                  </a:lnTo>
                  <a:lnTo>
                    <a:pt x="391831" y="485306"/>
                  </a:lnTo>
                  <a:lnTo>
                    <a:pt x="156206" y="485306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898855" y="1645693"/>
              <a:ext cx="4657725" cy="4115435"/>
            </a:xfrm>
            <a:custGeom>
              <a:avLst/>
              <a:gdLst/>
              <a:ahLst/>
              <a:cxnLst/>
              <a:rect l="l" t="t" r="r" b="b"/>
              <a:pathLst>
                <a:path w="4657725" h="4115435">
                  <a:moveTo>
                    <a:pt x="3316389" y="0"/>
                  </a:moveTo>
                  <a:lnTo>
                    <a:pt x="2174280" y="0"/>
                  </a:lnTo>
                  <a:lnTo>
                    <a:pt x="1587791" y="0"/>
                  </a:lnTo>
                  <a:lnTo>
                    <a:pt x="1371717" y="0"/>
                  </a:lnTo>
                  <a:lnTo>
                    <a:pt x="1340849" y="0"/>
                  </a:lnTo>
                  <a:lnTo>
                    <a:pt x="1293522" y="3138"/>
                  </a:lnTo>
                  <a:lnTo>
                    <a:pt x="1247845" y="12354"/>
                  </a:lnTo>
                  <a:lnTo>
                    <a:pt x="1204269" y="27349"/>
                  </a:lnTo>
                  <a:lnTo>
                    <a:pt x="1163242" y="47824"/>
                  </a:lnTo>
                  <a:lnTo>
                    <a:pt x="1125216" y="73480"/>
                  </a:lnTo>
                  <a:lnTo>
                    <a:pt x="1090640" y="104018"/>
                  </a:lnTo>
                  <a:lnTo>
                    <a:pt x="1059964" y="139139"/>
                  </a:lnTo>
                  <a:lnTo>
                    <a:pt x="1033638" y="178544"/>
                  </a:lnTo>
                  <a:lnTo>
                    <a:pt x="463817" y="1164059"/>
                  </a:lnTo>
                  <a:lnTo>
                    <a:pt x="171206" y="1670134"/>
                  </a:lnTo>
                  <a:lnTo>
                    <a:pt x="63402" y="1856583"/>
                  </a:lnTo>
                  <a:lnTo>
                    <a:pt x="48001" y="1883219"/>
                  </a:lnTo>
                  <a:lnTo>
                    <a:pt x="27001" y="1924351"/>
                  </a:lnTo>
                  <a:lnTo>
                    <a:pt x="12000" y="1967575"/>
                  </a:lnTo>
                  <a:lnTo>
                    <a:pt x="3000" y="2012195"/>
                  </a:lnTo>
                  <a:lnTo>
                    <a:pt x="0" y="2057512"/>
                  </a:lnTo>
                  <a:lnTo>
                    <a:pt x="3000" y="2102829"/>
                  </a:lnTo>
                  <a:lnTo>
                    <a:pt x="12000" y="2147448"/>
                  </a:lnTo>
                  <a:lnTo>
                    <a:pt x="27001" y="2190673"/>
                  </a:lnTo>
                  <a:lnTo>
                    <a:pt x="48001" y="2231806"/>
                  </a:lnTo>
                  <a:lnTo>
                    <a:pt x="617822" y="3217320"/>
                  </a:lnTo>
                  <a:lnTo>
                    <a:pt x="910433" y="3723395"/>
                  </a:lnTo>
                  <a:lnTo>
                    <a:pt x="1018237" y="3909844"/>
                  </a:lnTo>
                  <a:lnTo>
                    <a:pt x="1059964" y="3975885"/>
                  </a:lnTo>
                  <a:lnTo>
                    <a:pt x="1090640" y="4011006"/>
                  </a:lnTo>
                  <a:lnTo>
                    <a:pt x="1125216" y="4041544"/>
                  </a:lnTo>
                  <a:lnTo>
                    <a:pt x="1163242" y="4067200"/>
                  </a:lnTo>
                  <a:lnTo>
                    <a:pt x="1204269" y="4087675"/>
                  </a:lnTo>
                  <a:lnTo>
                    <a:pt x="1247845" y="4102670"/>
                  </a:lnTo>
                  <a:lnTo>
                    <a:pt x="1293522" y="4111886"/>
                  </a:lnTo>
                  <a:lnTo>
                    <a:pt x="1340849" y="4115025"/>
                  </a:lnTo>
                  <a:lnTo>
                    <a:pt x="2482958" y="4115025"/>
                  </a:lnTo>
                  <a:lnTo>
                    <a:pt x="3069446" y="4115025"/>
                  </a:lnTo>
                  <a:lnTo>
                    <a:pt x="3285521" y="4115025"/>
                  </a:lnTo>
                  <a:lnTo>
                    <a:pt x="3316389" y="4115025"/>
                  </a:lnTo>
                  <a:lnTo>
                    <a:pt x="3362482" y="4111886"/>
                  </a:lnTo>
                  <a:lnTo>
                    <a:pt x="3407526" y="4102670"/>
                  </a:lnTo>
                  <a:lnTo>
                    <a:pt x="3450869" y="4087675"/>
                  </a:lnTo>
                  <a:lnTo>
                    <a:pt x="3491862" y="4067200"/>
                  </a:lnTo>
                  <a:lnTo>
                    <a:pt x="3529855" y="4041544"/>
                  </a:lnTo>
                  <a:lnTo>
                    <a:pt x="3564198" y="4011006"/>
                  </a:lnTo>
                  <a:lnTo>
                    <a:pt x="3594241" y="3975885"/>
                  </a:lnTo>
                  <a:lnTo>
                    <a:pt x="3619334" y="3936480"/>
                  </a:lnTo>
                  <a:lnTo>
                    <a:pt x="4191622" y="2950965"/>
                  </a:lnTo>
                  <a:lnTo>
                    <a:pt x="4485499" y="2444890"/>
                  </a:lnTo>
                  <a:lnTo>
                    <a:pt x="4593770" y="2258441"/>
                  </a:lnTo>
                  <a:lnTo>
                    <a:pt x="4609237" y="2231806"/>
                  </a:lnTo>
                  <a:lnTo>
                    <a:pt x="4630238" y="2190673"/>
                  </a:lnTo>
                  <a:lnTo>
                    <a:pt x="4645238" y="2147448"/>
                  </a:lnTo>
                  <a:lnTo>
                    <a:pt x="4654238" y="2102829"/>
                  </a:lnTo>
                  <a:lnTo>
                    <a:pt x="4657238" y="2057512"/>
                  </a:lnTo>
                  <a:lnTo>
                    <a:pt x="4654238" y="2012195"/>
                  </a:lnTo>
                  <a:lnTo>
                    <a:pt x="4645238" y="1967575"/>
                  </a:lnTo>
                  <a:lnTo>
                    <a:pt x="4630238" y="1924351"/>
                  </a:lnTo>
                  <a:lnTo>
                    <a:pt x="4609237" y="1883219"/>
                  </a:lnTo>
                  <a:lnTo>
                    <a:pt x="4036949" y="897704"/>
                  </a:lnTo>
                  <a:lnTo>
                    <a:pt x="3743072" y="391628"/>
                  </a:lnTo>
                  <a:lnTo>
                    <a:pt x="3634801" y="205180"/>
                  </a:lnTo>
                  <a:lnTo>
                    <a:pt x="3619334" y="178544"/>
                  </a:lnTo>
                  <a:lnTo>
                    <a:pt x="3594241" y="139139"/>
                  </a:lnTo>
                  <a:lnTo>
                    <a:pt x="3564198" y="104018"/>
                  </a:lnTo>
                  <a:lnTo>
                    <a:pt x="3529855" y="73480"/>
                  </a:lnTo>
                  <a:lnTo>
                    <a:pt x="3491862" y="47824"/>
                  </a:lnTo>
                  <a:lnTo>
                    <a:pt x="3450869" y="27349"/>
                  </a:lnTo>
                  <a:lnTo>
                    <a:pt x="3407526" y="12354"/>
                  </a:lnTo>
                  <a:lnTo>
                    <a:pt x="3362482" y="3138"/>
                  </a:lnTo>
                  <a:lnTo>
                    <a:pt x="3316389" y="0"/>
                  </a:lnTo>
                  <a:close/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365674" y="2941320"/>
            <a:ext cx="4952365" cy="286321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241300" marR="5080" indent="-228600">
              <a:lnSpc>
                <a:spcPct val="89400"/>
              </a:lnSpc>
              <a:spcBef>
                <a:spcPts val="3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problem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is,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don’t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have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theory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of </a:t>
            </a:r>
            <a:r>
              <a:rPr dirty="0" sz="1700" spc="-10">
                <a:latin typeface="Calibri"/>
                <a:cs typeface="Calibri"/>
              </a:rPr>
              <a:t>consciousness,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deciding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what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right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theory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consciousness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general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seems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require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knowing </a:t>
            </a:r>
            <a:r>
              <a:rPr dirty="0" sz="1700">
                <a:latin typeface="Calibri"/>
                <a:cs typeface="Calibri"/>
              </a:rPr>
              <a:t>already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what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necessary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sufficient</a:t>
            </a:r>
            <a:r>
              <a:rPr dirty="0" sz="1700" spc="-25">
                <a:latin typeface="Calibri"/>
                <a:cs typeface="Calibri"/>
              </a:rPr>
              <a:t> for </a:t>
            </a:r>
            <a:r>
              <a:rPr dirty="0" sz="1700" spc="-10">
                <a:latin typeface="Calibri"/>
                <a:cs typeface="Calibri"/>
              </a:rPr>
              <a:t>consciousness.</a:t>
            </a:r>
            <a:endParaRPr sz="1700">
              <a:latin typeface="Calibri"/>
              <a:cs typeface="Calibri"/>
            </a:endParaRPr>
          </a:p>
          <a:p>
            <a:pPr marL="241300" marR="266700" indent="-228600">
              <a:lnSpc>
                <a:spcPts val="1800"/>
              </a:lnSpc>
              <a:spcBef>
                <a:spcPts val="11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When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we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choose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theory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consciousness,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we </a:t>
            </a:r>
            <a:r>
              <a:rPr dirty="0" sz="1700">
                <a:latin typeface="Calibri"/>
                <a:cs typeface="Calibri"/>
              </a:rPr>
              <a:t>choose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same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time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whether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we’re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going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to </a:t>
            </a:r>
            <a:r>
              <a:rPr dirty="0" sz="1700">
                <a:latin typeface="Calibri"/>
                <a:cs typeface="Calibri"/>
              </a:rPr>
              <a:t>count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octopuses,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flies,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future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AIs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conscious.</a:t>
            </a:r>
            <a:endParaRPr sz="1700">
              <a:latin typeface="Calibri"/>
              <a:cs typeface="Calibri"/>
            </a:endParaRPr>
          </a:p>
          <a:p>
            <a:pPr marL="241300" marR="19050" indent="-228600">
              <a:lnSpc>
                <a:spcPts val="1800"/>
              </a:lnSpc>
              <a:spcBef>
                <a:spcPts val="11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If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there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are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multiple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available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theories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they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make </a:t>
            </a:r>
            <a:r>
              <a:rPr dirty="0" sz="1700" spc="-10">
                <a:latin typeface="Calibri"/>
                <a:cs typeface="Calibri"/>
              </a:rPr>
              <a:t>different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predictions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about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alien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minds,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how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we </a:t>
            </a:r>
            <a:r>
              <a:rPr dirty="0" sz="1700">
                <a:latin typeface="Calibri"/>
                <a:cs typeface="Calibri"/>
              </a:rPr>
              <a:t>choose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between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them?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52847" y="619770"/>
            <a:ext cx="1153795" cy="876300"/>
            <a:chOff x="952847" y="619770"/>
            <a:chExt cx="1153795" cy="876300"/>
          </a:xfrm>
        </p:grpSpPr>
        <p:sp>
          <p:nvSpPr>
            <p:cNvPr id="3" name="object 3" descr=""/>
            <p:cNvSpPr/>
            <p:nvPr/>
          </p:nvSpPr>
          <p:spPr>
            <a:xfrm>
              <a:off x="967134" y="885883"/>
              <a:ext cx="671830" cy="595630"/>
            </a:xfrm>
            <a:custGeom>
              <a:avLst/>
              <a:gdLst/>
              <a:ahLst/>
              <a:cxnLst/>
              <a:rect l="l" t="t" r="r" b="b"/>
              <a:pathLst>
                <a:path w="671830" h="595630">
                  <a:moveTo>
                    <a:pt x="191636" y="595380"/>
                  </a:moveTo>
                  <a:lnTo>
                    <a:pt x="150340" y="572149"/>
                  </a:lnTo>
                  <a:lnTo>
                    <a:pt x="66782" y="427405"/>
                  </a:lnTo>
                  <a:lnTo>
                    <a:pt x="23873" y="353076"/>
                  </a:lnTo>
                  <a:lnTo>
                    <a:pt x="8065" y="325692"/>
                  </a:lnTo>
                  <a:lnTo>
                    <a:pt x="5807" y="321780"/>
                  </a:lnTo>
                  <a:lnTo>
                    <a:pt x="1451" y="310380"/>
                  </a:lnTo>
                  <a:lnTo>
                    <a:pt x="0" y="297690"/>
                  </a:lnTo>
                  <a:lnTo>
                    <a:pt x="1451" y="284999"/>
                  </a:lnTo>
                  <a:lnTo>
                    <a:pt x="5807" y="273599"/>
                  </a:lnTo>
                  <a:lnTo>
                    <a:pt x="89365" y="128854"/>
                  </a:lnTo>
                  <a:lnTo>
                    <a:pt x="132274" y="54526"/>
                  </a:lnTo>
                  <a:lnTo>
                    <a:pt x="157519" y="14155"/>
                  </a:lnTo>
                  <a:lnTo>
                    <a:pt x="191636" y="0"/>
                  </a:lnTo>
                  <a:lnTo>
                    <a:pt x="358753" y="0"/>
                  </a:lnTo>
                  <a:lnTo>
                    <a:pt x="444570" y="0"/>
                  </a:lnTo>
                  <a:lnTo>
                    <a:pt x="476187" y="0"/>
                  </a:lnTo>
                  <a:lnTo>
                    <a:pt x="480703" y="0"/>
                  </a:lnTo>
                  <a:lnTo>
                    <a:pt x="492237" y="1814"/>
                  </a:lnTo>
                  <a:lnTo>
                    <a:pt x="605557" y="167974"/>
                  </a:lnTo>
                  <a:lnTo>
                    <a:pt x="648465" y="242303"/>
                  </a:lnTo>
                  <a:lnTo>
                    <a:pt x="664274" y="269687"/>
                  </a:lnTo>
                  <a:lnTo>
                    <a:pt x="666532" y="273599"/>
                  </a:lnTo>
                  <a:lnTo>
                    <a:pt x="670404" y="284999"/>
                  </a:lnTo>
                  <a:lnTo>
                    <a:pt x="671694" y="297690"/>
                  </a:lnTo>
                  <a:lnTo>
                    <a:pt x="670404" y="310380"/>
                  </a:lnTo>
                  <a:lnTo>
                    <a:pt x="666532" y="321780"/>
                  </a:lnTo>
                  <a:lnTo>
                    <a:pt x="582974" y="466525"/>
                  </a:lnTo>
                  <a:lnTo>
                    <a:pt x="540065" y="540853"/>
                  </a:lnTo>
                  <a:lnTo>
                    <a:pt x="524257" y="568237"/>
                  </a:lnTo>
                  <a:lnTo>
                    <a:pt x="492237" y="593565"/>
                  </a:lnTo>
                  <a:lnTo>
                    <a:pt x="480703" y="595380"/>
                  </a:lnTo>
                  <a:lnTo>
                    <a:pt x="191636" y="59538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544667" y="634057"/>
              <a:ext cx="548005" cy="485775"/>
            </a:xfrm>
            <a:custGeom>
              <a:avLst/>
              <a:gdLst/>
              <a:ahLst/>
              <a:cxnLst/>
              <a:rect l="l" t="t" r="r" b="b"/>
              <a:pathLst>
                <a:path w="548005" h="485775">
                  <a:moveTo>
                    <a:pt x="156206" y="485306"/>
                  </a:moveTo>
                  <a:lnTo>
                    <a:pt x="122545" y="466370"/>
                  </a:lnTo>
                  <a:lnTo>
                    <a:pt x="54435" y="348386"/>
                  </a:lnTo>
                  <a:lnTo>
                    <a:pt x="19460" y="287799"/>
                  </a:lnTo>
                  <a:lnTo>
                    <a:pt x="6574" y="265478"/>
                  </a:lnTo>
                  <a:lnTo>
                    <a:pt x="4733" y="262289"/>
                  </a:lnTo>
                  <a:lnTo>
                    <a:pt x="1183" y="252997"/>
                  </a:lnTo>
                  <a:lnTo>
                    <a:pt x="0" y="242653"/>
                  </a:lnTo>
                  <a:lnTo>
                    <a:pt x="1183" y="232308"/>
                  </a:lnTo>
                  <a:lnTo>
                    <a:pt x="4733" y="223016"/>
                  </a:lnTo>
                  <a:lnTo>
                    <a:pt x="72843" y="105032"/>
                  </a:lnTo>
                  <a:lnTo>
                    <a:pt x="107819" y="44445"/>
                  </a:lnTo>
                  <a:lnTo>
                    <a:pt x="128397" y="11538"/>
                  </a:lnTo>
                  <a:lnTo>
                    <a:pt x="156206" y="0"/>
                  </a:lnTo>
                  <a:lnTo>
                    <a:pt x="292426" y="0"/>
                  </a:lnTo>
                  <a:lnTo>
                    <a:pt x="362377" y="0"/>
                  </a:lnTo>
                  <a:lnTo>
                    <a:pt x="388149" y="0"/>
                  </a:lnTo>
                  <a:lnTo>
                    <a:pt x="391831" y="0"/>
                  </a:lnTo>
                  <a:lnTo>
                    <a:pt x="401232" y="1479"/>
                  </a:lnTo>
                  <a:lnTo>
                    <a:pt x="410765" y="5522"/>
                  </a:lnTo>
                  <a:lnTo>
                    <a:pt x="419246" y="11538"/>
                  </a:lnTo>
                  <a:lnTo>
                    <a:pt x="425491" y="18935"/>
                  </a:lnTo>
                  <a:lnTo>
                    <a:pt x="493601" y="136919"/>
                  </a:lnTo>
                  <a:lnTo>
                    <a:pt x="528577" y="197506"/>
                  </a:lnTo>
                  <a:lnTo>
                    <a:pt x="541463" y="219827"/>
                  </a:lnTo>
                  <a:lnTo>
                    <a:pt x="543304" y="223016"/>
                  </a:lnTo>
                  <a:lnTo>
                    <a:pt x="546459" y="232308"/>
                  </a:lnTo>
                  <a:lnTo>
                    <a:pt x="547511" y="242653"/>
                  </a:lnTo>
                  <a:lnTo>
                    <a:pt x="546459" y="252997"/>
                  </a:lnTo>
                  <a:lnTo>
                    <a:pt x="543304" y="262289"/>
                  </a:lnTo>
                  <a:lnTo>
                    <a:pt x="475193" y="380274"/>
                  </a:lnTo>
                  <a:lnTo>
                    <a:pt x="440218" y="440860"/>
                  </a:lnTo>
                  <a:lnTo>
                    <a:pt x="427332" y="463181"/>
                  </a:lnTo>
                  <a:lnTo>
                    <a:pt x="425491" y="466370"/>
                  </a:lnTo>
                  <a:lnTo>
                    <a:pt x="419246" y="473767"/>
                  </a:lnTo>
                  <a:lnTo>
                    <a:pt x="410765" y="479783"/>
                  </a:lnTo>
                  <a:lnTo>
                    <a:pt x="401232" y="483826"/>
                  </a:lnTo>
                  <a:lnTo>
                    <a:pt x="391831" y="485306"/>
                  </a:lnTo>
                  <a:lnTo>
                    <a:pt x="156206" y="485306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43939" y="1762251"/>
            <a:ext cx="2425065" cy="1726564"/>
          </a:xfrm>
          <a:prstGeom prst="rect"/>
        </p:spPr>
        <p:txBody>
          <a:bodyPr wrap="square" lIns="0" tIns="83820" rIns="0" bIns="0" rtlCol="0" vert="horz">
            <a:spAutoFit/>
          </a:bodyPr>
          <a:lstStyle/>
          <a:p>
            <a:pPr marL="12700" marR="5080">
              <a:lnSpc>
                <a:spcPts val="4300"/>
              </a:lnSpc>
              <a:spcBef>
                <a:spcPts val="660"/>
              </a:spcBef>
            </a:pPr>
            <a:r>
              <a:rPr dirty="0" sz="4000"/>
              <a:t>Enters</a:t>
            </a:r>
            <a:r>
              <a:rPr dirty="0" sz="4000" spc="-204"/>
              <a:t> </a:t>
            </a:r>
            <a:r>
              <a:rPr dirty="0" sz="4000" spc="-25"/>
              <a:t>the </a:t>
            </a:r>
            <a:r>
              <a:rPr dirty="0" sz="4000" spc="-20"/>
              <a:t>explanatory </a:t>
            </a:r>
            <a:r>
              <a:rPr dirty="0" sz="4000" spc="-25"/>
              <a:t>gap</a:t>
            </a:r>
            <a:endParaRPr sz="4000"/>
          </a:p>
        </p:txBody>
      </p:sp>
      <p:grpSp>
        <p:nvGrpSpPr>
          <p:cNvPr id="6" name="object 6" descr=""/>
          <p:cNvGrpSpPr/>
          <p:nvPr/>
        </p:nvGrpSpPr>
        <p:grpSpPr>
          <a:xfrm>
            <a:off x="4518556" y="608657"/>
            <a:ext cx="7242809" cy="5185410"/>
            <a:chOff x="4518556" y="608657"/>
            <a:chExt cx="7242809" cy="5185410"/>
          </a:xfrm>
        </p:grpSpPr>
        <p:sp>
          <p:nvSpPr>
            <p:cNvPr id="7" name="object 7" descr=""/>
            <p:cNvSpPr/>
            <p:nvPr/>
          </p:nvSpPr>
          <p:spPr>
            <a:xfrm>
              <a:off x="7078174" y="1653645"/>
              <a:ext cx="4657725" cy="4115435"/>
            </a:xfrm>
            <a:custGeom>
              <a:avLst/>
              <a:gdLst/>
              <a:ahLst/>
              <a:cxnLst/>
              <a:rect l="l" t="t" r="r" b="b"/>
              <a:pathLst>
                <a:path w="4657725" h="4115435">
                  <a:moveTo>
                    <a:pt x="3316389" y="0"/>
                  </a:moveTo>
                  <a:lnTo>
                    <a:pt x="2174280" y="0"/>
                  </a:lnTo>
                  <a:lnTo>
                    <a:pt x="1587791" y="0"/>
                  </a:lnTo>
                  <a:lnTo>
                    <a:pt x="1371717" y="0"/>
                  </a:lnTo>
                  <a:lnTo>
                    <a:pt x="1340849" y="0"/>
                  </a:lnTo>
                  <a:lnTo>
                    <a:pt x="1293522" y="3138"/>
                  </a:lnTo>
                  <a:lnTo>
                    <a:pt x="1247845" y="12354"/>
                  </a:lnTo>
                  <a:lnTo>
                    <a:pt x="1204269" y="27349"/>
                  </a:lnTo>
                  <a:lnTo>
                    <a:pt x="1163242" y="47824"/>
                  </a:lnTo>
                  <a:lnTo>
                    <a:pt x="1125216" y="73480"/>
                  </a:lnTo>
                  <a:lnTo>
                    <a:pt x="1090640" y="104018"/>
                  </a:lnTo>
                  <a:lnTo>
                    <a:pt x="1059964" y="139139"/>
                  </a:lnTo>
                  <a:lnTo>
                    <a:pt x="1033638" y="178544"/>
                  </a:lnTo>
                  <a:lnTo>
                    <a:pt x="463817" y="1164059"/>
                  </a:lnTo>
                  <a:lnTo>
                    <a:pt x="171206" y="1670134"/>
                  </a:lnTo>
                  <a:lnTo>
                    <a:pt x="63402" y="1856583"/>
                  </a:lnTo>
                  <a:lnTo>
                    <a:pt x="48001" y="1883219"/>
                  </a:lnTo>
                  <a:lnTo>
                    <a:pt x="27001" y="1924351"/>
                  </a:lnTo>
                  <a:lnTo>
                    <a:pt x="12000" y="1967576"/>
                  </a:lnTo>
                  <a:lnTo>
                    <a:pt x="3000" y="2012195"/>
                  </a:lnTo>
                  <a:lnTo>
                    <a:pt x="0" y="2057512"/>
                  </a:lnTo>
                  <a:lnTo>
                    <a:pt x="3000" y="2102829"/>
                  </a:lnTo>
                  <a:lnTo>
                    <a:pt x="12000" y="2147449"/>
                  </a:lnTo>
                  <a:lnTo>
                    <a:pt x="27001" y="2190673"/>
                  </a:lnTo>
                  <a:lnTo>
                    <a:pt x="48001" y="2231806"/>
                  </a:lnTo>
                  <a:lnTo>
                    <a:pt x="617822" y="3217320"/>
                  </a:lnTo>
                  <a:lnTo>
                    <a:pt x="910433" y="3723395"/>
                  </a:lnTo>
                  <a:lnTo>
                    <a:pt x="1018237" y="3909844"/>
                  </a:lnTo>
                  <a:lnTo>
                    <a:pt x="1059964" y="3975885"/>
                  </a:lnTo>
                  <a:lnTo>
                    <a:pt x="1090640" y="4011006"/>
                  </a:lnTo>
                  <a:lnTo>
                    <a:pt x="1125216" y="4041544"/>
                  </a:lnTo>
                  <a:lnTo>
                    <a:pt x="1163242" y="4067200"/>
                  </a:lnTo>
                  <a:lnTo>
                    <a:pt x="1204269" y="4087675"/>
                  </a:lnTo>
                  <a:lnTo>
                    <a:pt x="1247845" y="4102670"/>
                  </a:lnTo>
                  <a:lnTo>
                    <a:pt x="1293522" y="4111886"/>
                  </a:lnTo>
                  <a:lnTo>
                    <a:pt x="1340849" y="4115025"/>
                  </a:lnTo>
                  <a:lnTo>
                    <a:pt x="2482958" y="4115025"/>
                  </a:lnTo>
                  <a:lnTo>
                    <a:pt x="3069446" y="4115025"/>
                  </a:lnTo>
                  <a:lnTo>
                    <a:pt x="3285521" y="4115025"/>
                  </a:lnTo>
                  <a:lnTo>
                    <a:pt x="3316389" y="4115025"/>
                  </a:lnTo>
                  <a:lnTo>
                    <a:pt x="3362482" y="4111886"/>
                  </a:lnTo>
                  <a:lnTo>
                    <a:pt x="3407526" y="4102670"/>
                  </a:lnTo>
                  <a:lnTo>
                    <a:pt x="3450869" y="4087675"/>
                  </a:lnTo>
                  <a:lnTo>
                    <a:pt x="3491862" y="4067200"/>
                  </a:lnTo>
                  <a:lnTo>
                    <a:pt x="3529855" y="4041544"/>
                  </a:lnTo>
                  <a:lnTo>
                    <a:pt x="3564198" y="4011006"/>
                  </a:lnTo>
                  <a:lnTo>
                    <a:pt x="3594241" y="3975885"/>
                  </a:lnTo>
                  <a:lnTo>
                    <a:pt x="3619334" y="3936480"/>
                  </a:lnTo>
                  <a:lnTo>
                    <a:pt x="4191622" y="2950965"/>
                  </a:lnTo>
                  <a:lnTo>
                    <a:pt x="4485499" y="2444890"/>
                  </a:lnTo>
                  <a:lnTo>
                    <a:pt x="4593770" y="2258441"/>
                  </a:lnTo>
                  <a:lnTo>
                    <a:pt x="4609237" y="2231806"/>
                  </a:lnTo>
                  <a:lnTo>
                    <a:pt x="4630238" y="2190673"/>
                  </a:lnTo>
                  <a:lnTo>
                    <a:pt x="4645238" y="2147449"/>
                  </a:lnTo>
                  <a:lnTo>
                    <a:pt x="4654238" y="2102829"/>
                  </a:lnTo>
                  <a:lnTo>
                    <a:pt x="4657238" y="2057512"/>
                  </a:lnTo>
                  <a:lnTo>
                    <a:pt x="4654238" y="2012195"/>
                  </a:lnTo>
                  <a:lnTo>
                    <a:pt x="4645238" y="1967576"/>
                  </a:lnTo>
                  <a:lnTo>
                    <a:pt x="4630238" y="1924351"/>
                  </a:lnTo>
                  <a:lnTo>
                    <a:pt x="4609237" y="1883219"/>
                  </a:lnTo>
                  <a:lnTo>
                    <a:pt x="4036949" y="897704"/>
                  </a:lnTo>
                  <a:lnTo>
                    <a:pt x="3743072" y="391628"/>
                  </a:lnTo>
                  <a:lnTo>
                    <a:pt x="3634801" y="205180"/>
                  </a:lnTo>
                  <a:lnTo>
                    <a:pt x="3619334" y="178544"/>
                  </a:lnTo>
                  <a:lnTo>
                    <a:pt x="3594241" y="139139"/>
                  </a:lnTo>
                  <a:lnTo>
                    <a:pt x="3564198" y="104018"/>
                  </a:lnTo>
                  <a:lnTo>
                    <a:pt x="3529855" y="73480"/>
                  </a:lnTo>
                  <a:lnTo>
                    <a:pt x="3491862" y="47824"/>
                  </a:lnTo>
                  <a:lnTo>
                    <a:pt x="3450869" y="27349"/>
                  </a:lnTo>
                  <a:lnTo>
                    <a:pt x="3407526" y="12354"/>
                  </a:lnTo>
                  <a:lnTo>
                    <a:pt x="3362482" y="3138"/>
                  </a:lnTo>
                  <a:lnTo>
                    <a:pt x="3316389" y="0"/>
                  </a:lnTo>
                  <a:close/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543956" y="634057"/>
              <a:ext cx="3152775" cy="2796540"/>
            </a:xfrm>
            <a:custGeom>
              <a:avLst/>
              <a:gdLst/>
              <a:ahLst/>
              <a:cxnLst/>
              <a:rect l="l" t="t" r="r" b="b"/>
              <a:pathLst>
                <a:path w="3152775" h="2796540">
                  <a:moveTo>
                    <a:pt x="898943" y="0"/>
                  </a:moveTo>
                  <a:lnTo>
                    <a:pt x="1683823" y="0"/>
                  </a:lnTo>
                  <a:lnTo>
                    <a:pt x="2086869" y="0"/>
                  </a:lnTo>
                  <a:lnTo>
                    <a:pt x="2235360" y="0"/>
                  </a:lnTo>
                  <a:lnTo>
                    <a:pt x="2256573" y="0"/>
                  </a:lnTo>
                  <a:lnTo>
                    <a:pt x="2299629" y="5527"/>
                  </a:lnTo>
                  <a:lnTo>
                    <a:pt x="2344043" y="20947"/>
                  </a:lnTo>
                  <a:lnTo>
                    <a:pt x="2386323" y="44513"/>
                  </a:lnTo>
                  <a:lnTo>
                    <a:pt x="2422979" y="74480"/>
                  </a:lnTo>
                  <a:lnTo>
                    <a:pt x="2450520" y="109102"/>
                  </a:lnTo>
                  <a:lnTo>
                    <a:pt x="2842959" y="788907"/>
                  </a:lnTo>
                  <a:lnTo>
                    <a:pt x="3044482" y="1137996"/>
                  </a:lnTo>
                  <a:lnTo>
                    <a:pt x="3118727" y="1266607"/>
                  </a:lnTo>
                  <a:lnTo>
                    <a:pt x="3129334" y="1284981"/>
                  </a:lnTo>
                  <a:lnTo>
                    <a:pt x="3144850" y="1327134"/>
                  </a:lnTo>
                  <a:lnTo>
                    <a:pt x="3152608" y="1373943"/>
                  </a:lnTo>
                  <a:lnTo>
                    <a:pt x="3152608" y="1422303"/>
                  </a:lnTo>
                  <a:lnTo>
                    <a:pt x="3144850" y="1469112"/>
                  </a:lnTo>
                  <a:lnTo>
                    <a:pt x="3129334" y="1511267"/>
                  </a:lnTo>
                  <a:lnTo>
                    <a:pt x="2736894" y="2191070"/>
                  </a:lnTo>
                  <a:lnTo>
                    <a:pt x="2535372" y="2540159"/>
                  </a:lnTo>
                  <a:lnTo>
                    <a:pt x="2461126" y="2668770"/>
                  </a:lnTo>
                  <a:lnTo>
                    <a:pt x="2450520" y="2687144"/>
                  </a:lnTo>
                  <a:lnTo>
                    <a:pt x="2422979" y="2721766"/>
                  </a:lnTo>
                  <a:lnTo>
                    <a:pt x="2386323" y="2751733"/>
                  </a:lnTo>
                  <a:lnTo>
                    <a:pt x="2344043" y="2775299"/>
                  </a:lnTo>
                  <a:lnTo>
                    <a:pt x="2299629" y="2790719"/>
                  </a:lnTo>
                  <a:lnTo>
                    <a:pt x="2256573" y="2796247"/>
                  </a:lnTo>
                  <a:lnTo>
                    <a:pt x="898943" y="2796247"/>
                  </a:lnTo>
                  <a:lnTo>
                    <a:pt x="853948" y="2790719"/>
                  </a:lnTo>
                  <a:lnTo>
                    <a:pt x="808565" y="2775299"/>
                  </a:lnTo>
                  <a:lnTo>
                    <a:pt x="766284" y="2751733"/>
                  </a:lnTo>
                  <a:lnTo>
                    <a:pt x="730598" y="2721766"/>
                  </a:lnTo>
                  <a:lnTo>
                    <a:pt x="704998" y="2687144"/>
                  </a:lnTo>
                  <a:lnTo>
                    <a:pt x="312558" y="2007340"/>
                  </a:lnTo>
                  <a:lnTo>
                    <a:pt x="111035" y="1658251"/>
                  </a:lnTo>
                  <a:lnTo>
                    <a:pt x="36789" y="1529640"/>
                  </a:lnTo>
                  <a:lnTo>
                    <a:pt x="8727" y="1469112"/>
                  </a:lnTo>
                  <a:lnTo>
                    <a:pt x="0" y="1422303"/>
                  </a:lnTo>
                  <a:lnTo>
                    <a:pt x="0" y="1373943"/>
                  </a:lnTo>
                  <a:lnTo>
                    <a:pt x="8727" y="1327134"/>
                  </a:lnTo>
                  <a:lnTo>
                    <a:pt x="26183" y="1284981"/>
                  </a:lnTo>
                  <a:lnTo>
                    <a:pt x="418623" y="605176"/>
                  </a:lnTo>
                  <a:lnTo>
                    <a:pt x="620146" y="256087"/>
                  </a:lnTo>
                  <a:lnTo>
                    <a:pt x="694391" y="127475"/>
                  </a:lnTo>
                  <a:lnTo>
                    <a:pt x="730598" y="74480"/>
                  </a:lnTo>
                  <a:lnTo>
                    <a:pt x="766284" y="44513"/>
                  </a:lnTo>
                  <a:lnTo>
                    <a:pt x="808565" y="20947"/>
                  </a:lnTo>
                  <a:lnTo>
                    <a:pt x="853948" y="5527"/>
                  </a:lnTo>
                  <a:lnTo>
                    <a:pt x="898943" y="0"/>
                  </a:lnTo>
                  <a:close/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96963" y="1339754"/>
              <a:ext cx="1846469" cy="1384852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1043938" y="3709923"/>
            <a:ext cx="5479415" cy="1872614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240665" marR="5080" indent="-228600">
              <a:lnSpc>
                <a:spcPct val="90200"/>
              </a:lnSpc>
              <a:spcBef>
                <a:spcPts val="35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latin typeface="Calibri"/>
                <a:cs typeface="Calibri"/>
              </a:rPr>
              <a:t>Remember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there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seems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an </a:t>
            </a:r>
            <a:r>
              <a:rPr dirty="0" sz="2200" spc="-10">
                <a:latin typeface="Calibri"/>
                <a:cs typeface="Calibri"/>
              </a:rPr>
              <a:t>explanatory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gap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between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phenomenal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facts </a:t>
            </a:r>
            <a:r>
              <a:rPr dirty="0" sz="2200">
                <a:latin typeface="Calibri"/>
                <a:cs typeface="Calibri"/>
              </a:rPr>
              <a:t>(facts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about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consciousness)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physical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facts: </a:t>
            </a:r>
            <a:r>
              <a:rPr dirty="0" sz="2200">
                <a:latin typeface="Calibri"/>
                <a:cs typeface="Calibri"/>
              </a:rPr>
              <a:t>we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cannot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reasoning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alone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infer </a:t>
            </a:r>
            <a:r>
              <a:rPr dirty="0" sz="2200">
                <a:latin typeface="Calibri"/>
                <a:cs typeface="Calibri"/>
              </a:rPr>
              <a:t>phenomenal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facts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physical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facts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about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brain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anything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else.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0005184" y="6657944"/>
            <a:ext cx="2186940" cy="200660"/>
          </a:xfrm>
          <a:custGeom>
            <a:avLst/>
            <a:gdLst/>
            <a:ahLst/>
            <a:cxnLst/>
            <a:rect l="l" t="t" r="r" b="b"/>
            <a:pathLst>
              <a:path w="2186940" h="200659">
                <a:moveTo>
                  <a:pt x="2186815" y="0"/>
                </a:moveTo>
                <a:lnTo>
                  <a:pt x="0" y="0"/>
                </a:lnTo>
                <a:lnTo>
                  <a:pt x="0" y="200055"/>
                </a:lnTo>
                <a:lnTo>
                  <a:pt x="2186815" y="200055"/>
                </a:lnTo>
                <a:lnTo>
                  <a:pt x="21868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0104560" y="6692392"/>
            <a:ext cx="2009139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7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This</a:t>
            </a:r>
            <a:r>
              <a:rPr dirty="0" u="sng" sz="700" spc="-1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7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Photo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Unknown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Author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licensed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under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u="sng" sz="7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CC</a:t>
            </a:r>
            <a:r>
              <a:rPr dirty="0" u="sng" sz="700" spc="-1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70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BY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092815" y="6421628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98989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467" y="754694"/>
            <a:ext cx="4201424" cy="2431564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5128368" y="839533"/>
            <a:ext cx="6781165" cy="5652770"/>
          </a:xfrm>
          <a:custGeom>
            <a:avLst/>
            <a:gdLst/>
            <a:ahLst/>
            <a:cxnLst/>
            <a:rect l="l" t="t" r="r" b="b"/>
            <a:pathLst>
              <a:path w="6781165" h="5652770">
                <a:moveTo>
                  <a:pt x="3722246" y="5038659"/>
                </a:moveTo>
                <a:lnTo>
                  <a:pt x="3583581" y="5038659"/>
                </a:lnTo>
                <a:lnTo>
                  <a:pt x="3886774" y="5560781"/>
                </a:lnTo>
                <a:lnTo>
                  <a:pt x="3915063" y="5599018"/>
                </a:lnTo>
                <a:lnTo>
                  <a:pt x="3952177" y="5627850"/>
                </a:lnTo>
                <a:lnTo>
                  <a:pt x="3995447" y="5646049"/>
                </a:lnTo>
                <a:lnTo>
                  <a:pt x="4042207" y="5652388"/>
                </a:lnTo>
                <a:lnTo>
                  <a:pt x="5055798" y="5652388"/>
                </a:lnTo>
                <a:lnTo>
                  <a:pt x="5103515" y="5646049"/>
                </a:lnTo>
                <a:lnTo>
                  <a:pt x="5146923" y="5627850"/>
                </a:lnTo>
                <a:lnTo>
                  <a:pt x="5184174" y="5599018"/>
                </a:lnTo>
                <a:lnTo>
                  <a:pt x="5213420" y="5560781"/>
                </a:lnTo>
                <a:lnTo>
                  <a:pt x="5229712" y="5532604"/>
                </a:lnTo>
                <a:lnTo>
                  <a:pt x="4099714" y="5532604"/>
                </a:lnTo>
                <a:lnTo>
                  <a:pt x="4058260" y="5526984"/>
                </a:lnTo>
                <a:lnTo>
                  <a:pt x="4019899" y="5510850"/>
                </a:lnTo>
                <a:lnTo>
                  <a:pt x="3986997" y="5485290"/>
                </a:lnTo>
                <a:lnTo>
                  <a:pt x="3961918" y="5451391"/>
                </a:lnTo>
                <a:lnTo>
                  <a:pt x="3722246" y="5038659"/>
                </a:lnTo>
                <a:close/>
              </a:path>
              <a:path w="6781165" h="5652770">
                <a:moveTo>
                  <a:pt x="5153544" y="3551320"/>
                </a:moveTo>
                <a:lnTo>
                  <a:pt x="5060093" y="3551320"/>
                </a:lnTo>
                <a:lnTo>
                  <a:pt x="5072325" y="3551725"/>
                </a:lnTo>
                <a:lnTo>
                  <a:pt x="5084374" y="3552930"/>
                </a:lnTo>
                <a:lnTo>
                  <a:pt x="5096212" y="3554914"/>
                </a:lnTo>
                <a:lnTo>
                  <a:pt x="5107811" y="3557659"/>
                </a:lnTo>
                <a:lnTo>
                  <a:pt x="5136018" y="3569486"/>
                </a:lnTo>
                <a:lnTo>
                  <a:pt x="5072256" y="3679765"/>
                </a:lnTo>
                <a:lnTo>
                  <a:pt x="5079076" y="3682624"/>
                </a:lnTo>
                <a:lnTo>
                  <a:pt x="5112099" y="3708183"/>
                </a:lnTo>
                <a:lnTo>
                  <a:pt x="5138027" y="3742081"/>
                </a:lnTo>
                <a:lnTo>
                  <a:pt x="5586383" y="4517546"/>
                </a:lnTo>
                <a:lnTo>
                  <a:pt x="5602721" y="4555829"/>
                </a:lnTo>
                <a:lnTo>
                  <a:pt x="5608180" y="4596737"/>
                </a:lnTo>
                <a:lnTo>
                  <a:pt x="5602721" y="4637645"/>
                </a:lnTo>
                <a:lnTo>
                  <a:pt x="5586346" y="4676016"/>
                </a:lnTo>
                <a:lnTo>
                  <a:pt x="5138027" y="5451391"/>
                </a:lnTo>
                <a:lnTo>
                  <a:pt x="5112099" y="5485290"/>
                </a:lnTo>
                <a:lnTo>
                  <a:pt x="5079076" y="5510850"/>
                </a:lnTo>
                <a:lnTo>
                  <a:pt x="5040594" y="5526984"/>
                </a:lnTo>
                <a:lnTo>
                  <a:pt x="4998292" y="5532604"/>
                </a:lnTo>
                <a:lnTo>
                  <a:pt x="5229712" y="5532604"/>
                </a:lnTo>
                <a:lnTo>
                  <a:pt x="5719070" y="4686249"/>
                </a:lnTo>
                <a:lnTo>
                  <a:pt x="5737593" y="4642880"/>
                </a:lnTo>
                <a:lnTo>
                  <a:pt x="5743750" y="4596737"/>
                </a:lnTo>
                <a:lnTo>
                  <a:pt x="5737593" y="4550593"/>
                </a:lnTo>
                <a:lnTo>
                  <a:pt x="5719120" y="4507312"/>
                </a:lnTo>
                <a:lnTo>
                  <a:pt x="5213420" y="3632691"/>
                </a:lnTo>
                <a:lnTo>
                  <a:pt x="5184173" y="3594453"/>
                </a:lnTo>
                <a:lnTo>
                  <a:pt x="5146922" y="3565622"/>
                </a:lnTo>
                <a:lnTo>
                  <a:pt x="5145596" y="3565066"/>
                </a:lnTo>
                <a:lnTo>
                  <a:pt x="5153544" y="3551320"/>
                </a:lnTo>
                <a:close/>
              </a:path>
              <a:path w="6781165" h="5652770">
                <a:moveTo>
                  <a:pt x="4050914" y="0"/>
                </a:moveTo>
                <a:lnTo>
                  <a:pt x="1637394" y="0"/>
                </a:lnTo>
                <a:lnTo>
                  <a:pt x="1587289" y="3034"/>
                </a:lnTo>
                <a:lnTo>
                  <a:pt x="1538129" y="11968"/>
                </a:lnTo>
                <a:lnTo>
                  <a:pt x="1490470" y="26544"/>
                </a:lnTo>
                <a:lnTo>
                  <a:pt x="1444871" y="46506"/>
                </a:lnTo>
                <a:lnTo>
                  <a:pt x="1401889" y="71597"/>
                </a:lnTo>
                <a:lnTo>
                  <a:pt x="1362081" y="101562"/>
                </a:lnTo>
                <a:lnTo>
                  <a:pt x="1326007" y="136143"/>
                </a:lnTo>
                <a:lnTo>
                  <a:pt x="1294222" y="175084"/>
                </a:lnTo>
                <a:lnTo>
                  <a:pt x="1267285" y="218128"/>
                </a:lnTo>
                <a:lnTo>
                  <a:pt x="57920" y="2300739"/>
                </a:lnTo>
                <a:lnTo>
                  <a:pt x="34752" y="2345265"/>
                </a:lnTo>
                <a:lnTo>
                  <a:pt x="17376" y="2391886"/>
                </a:lnTo>
                <a:lnTo>
                  <a:pt x="5792" y="2440003"/>
                </a:lnTo>
                <a:lnTo>
                  <a:pt x="0" y="2489018"/>
                </a:lnTo>
                <a:lnTo>
                  <a:pt x="0" y="2538331"/>
                </a:lnTo>
                <a:lnTo>
                  <a:pt x="5792" y="2587346"/>
                </a:lnTo>
                <a:lnTo>
                  <a:pt x="17376" y="2635463"/>
                </a:lnTo>
                <a:lnTo>
                  <a:pt x="34752" y="2682084"/>
                </a:lnTo>
                <a:lnTo>
                  <a:pt x="57920" y="2726611"/>
                </a:lnTo>
                <a:lnTo>
                  <a:pt x="1267285" y="4809219"/>
                </a:lnTo>
                <a:lnTo>
                  <a:pt x="1294222" y="4852263"/>
                </a:lnTo>
                <a:lnTo>
                  <a:pt x="1326007" y="4891204"/>
                </a:lnTo>
                <a:lnTo>
                  <a:pt x="1362081" y="4925785"/>
                </a:lnTo>
                <a:lnTo>
                  <a:pt x="1401889" y="4955750"/>
                </a:lnTo>
                <a:lnTo>
                  <a:pt x="1444871" y="4980841"/>
                </a:lnTo>
                <a:lnTo>
                  <a:pt x="1490470" y="5000803"/>
                </a:lnTo>
                <a:lnTo>
                  <a:pt x="1538129" y="5015380"/>
                </a:lnTo>
                <a:lnTo>
                  <a:pt x="1587289" y="5024313"/>
                </a:lnTo>
                <a:lnTo>
                  <a:pt x="1637394" y="5027348"/>
                </a:lnTo>
                <a:lnTo>
                  <a:pt x="3575364" y="5027348"/>
                </a:lnTo>
                <a:lnTo>
                  <a:pt x="3383180" y="4696395"/>
                </a:lnTo>
                <a:lnTo>
                  <a:pt x="3364708" y="4653114"/>
                </a:lnTo>
                <a:lnTo>
                  <a:pt x="3358551" y="4606971"/>
                </a:lnTo>
                <a:lnTo>
                  <a:pt x="3364708" y="4560826"/>
                </a:lnTo>
                <a:lnTo>
                  <a:pt x="3383180" y="4517546"/>
                </a:lnTo>
                <a:lnTo>
                  <a:pt x="3891070" y="3642925"/>
                </a:lnTo>
                <a:lnTo>
                  <a:pt x="3919359" y="3604688"/>
                </a:lnTo>
                <a:lnTo>
                  <a:pt x="3956472" y="3575857"/>
                </a:lnTo>
                <a:lnTo>
                  <a:pt x="3999740" y="3557659"/>
                </a:lnTo>
                <a:lnTo>
                  <a:pt x="4046502" y="3551320"/>
                </a:lnTo>
                <a:lnTo>
                  <a:pt x="5153544" y="3551320"/>
                </a:lnTo>
                <a:lnTo>
                  <a:pt x="5630389" y="2726611"/>
                </a:lnTo>
                <a:lnTo>
                  <a:pt x="5653557" y="2682084"/>
                </a:lnTo>
                <a:lnTo>
                  <a:pt x="5670933" y="2635463"/>
                </a:lnTo>
                <a:lnTo>
                  <a:pt x="5682518" y="2587346"/>
                </a:lnTo>
                <a:lnTo>
                  <a:pt x="5688310" y="2538331"/>
                </a:lnTo>
                <a:lnTo>
                  <a:pt x="5688310" y="2489018"/>
                </a:lnTo>
                <a:lnTo>
                  <a:pt x="5682518" y="2440003"/>
                </a:lnTo>
                <a:lnTo>
                  <a:pt x="5670933" y="2391886"/>
                </a:lnTo>
                <a:lnTo>
                  <a:pt x="5653557" y="2345265"/>
                </a:lnTo>
                <a:lnTo>
                  <a:pt x="5630389" y="2300739"/>
                </a:lnTo>
                <a:lnTo>
                  <a:pt x="4426235" y="218128"/>
                </a:lnTo>
                <a:lnTo>
                  <a:pt x="4397919" y="175084"/>
                </a:lnTo>
                <a:lnTo>
                  <a:pt x="4365355" y="136143"/>
                </a:lnTo>
                <a:lnTo>
                  <a:pt x="4328930" y="101562"/>
                </a:lnTo>
                <a:lnTo>
                  <a:pt x="4289030" y="71597"/>
                </a:lnTo>
                <a:lnTo>
                  <a:pt x="4246041" y="46506"/>
                </a:lnTo>
                <a:lnTo>
                  <a:pt x="4200348" y="26544"/>
                </a:lnTo>
                <a:lnTo>
                  <a:pt x="4152339" y="11968"/>
                </a:lnTo>
                <a:lnTo>
                  <a:pt x="4102399" y="3034"/>
                </a:lnTo>
                <a:lnTo>
                  <a:pt x="4050914" y="0"/>
                </a:lnTo>
                <a:close/>
              </a:path>
              <a:path w="6781165" h="5652770">
                <a:moveTo>
                  <a:pt x="5002586" y="3671105"/>
                </a:moveTo>
                <a:lnTo>
                  <a:pt x="4104008" y="3671105"/>
                </a:lnTo>
                <a:lnTo>
                  <a:pt x="4062554" y="3676724"/>
                </a:lnTo>
                <a:lnTo>
                  <a:pt x="4024194" y="3692858"/>
                </a:lnTo>
                <a:lnTo>
                  <a:pt x="3991292" y="3718417"/>
                </a:lnTo>
                <a:lnTo>
                  <a:pt x="3966213" y="3752316"/>
                </a:lnTo>
                <a:lnTo>
                  <a:pt x="3515953" y="4527693"/>
                </a:lnTo>
                <a:lnTo>
                  <a:pt x="3499579" y="4566063"/>
                </a:lnTo>
                <a:lnTo>
                  <a:pt x="3494120" y="4606971"/>
                </a:lnTo>
                <a:lnTo>
                  <a:pt x="3499579" y="4647879"/>
                </a:lnTo>
                <a:lnTo>
                  <a:pt x="3515953" y="4686249"/>
                </a:lnTo>
                <a:lnTo>
                  <a:pt x="3714029" y="5027348"/>
                </a:lnTo>
                <a:lnTo>
                  <a:pt x="4050914" y="5027348"/>
                </a:lnTo>
                <a:lnTo>
                  <a:pt x="4102399" y="5024313"/>
                </a:lnTo>
                <a:lnTo>
                  <a:pt x="4152339" y="5015380"/>
                </a:lnTo>
                <a:lnTo>
                  <a:pt x="4200348" y="5000803"/>
                </a:lnTo>
                <a:lnTo>
                  <a:pt x="4246041" y="4980841"/>
                </a:lnTo>
                <a:lnTo>
                  <a:pt x="4289030" y="4955750"/>
                </a:lnTo>
                <a:lnTo>
                  <a:pt x="4328930" y="4925785"/>
                </a:lnTo>
                <a:lnTo>
                  <a:pt x="4365355" y="4891204"/>
                </a:lnTo>
                <a:lnTo>
                  <a:pt x="4397919" y="4852263"/>
                </a:lnTo>
                <a:lnTo>
                  <a:pt x="4426235" y="4809219"/>
                </a:lnTo>
                <a:lnTo>
                  <a:pt x="5073984" y="3688923"/>
                </a:lnTo>
                <a:lnTo>
                  <a:pt x="5044890" y="3676724"/>
                </a:lnTo>
                <a:lnTo>
                  <a:pt x="5034608" y="3674292"/>
                </a:lnTo>
                <a:lnTo>
                  <a:pt x="5024112" y="3672532"/>
                </a:lnTo>
                <a:lnTo>
                  <a:pt x="5013430" y="3671464"/>
                </a:lnTo>
                <a:lnTo>
                  <a:pt x="5002586" y="3671105"/>
                </a:lnTo>
                <a:close/>
              </a:path>
              <a:path w="6781165" h="5652770">
                <a:moveTo>
                  <a:pt x="6382653" y="1003496"/>
                </a:moveTo>
                <a:lnTo>
                  <a:pt x="5795931" y="1003496"/>
                </a:lnTo>
                <a:lnTo>
                  <a:pt x="5768863" y="1007166"/>
                </a:lnTo>
                <a:lnTo>
                  <a:pt x="5722331" y="1034388"/>
                </a:lnTo>
                <a:lnTo>
                  <a:pt x="5411962" y="1562802"/>
                </a:lnTo>
                <a:lnTo>
                  <a:pt x="5397705" y="1614567"/>
                </a:lnTo>
                <a:lnTo>
                  <a:pt x="5401269" y="1641277"/>
                </a:lnTo>
                <a:lnTo>
                  <a:pt x="5705955" y="2172610"/>
                </a:lnTo>
                <a:lnTo>
                  <a:pt x="5743815" y="2211433"/>
                </a:lnTo>
                <a:lnTo>
                  <a:pt x="5795931" y="2225636"/>
                </a:lnTo>
                <a:lnTo>
                  <a:pt x="6382653" y="2225636"/>
                </a:lnTo>
                <a:lnTo>
                  <a:pt x="6435402" y="2211433"/>
                </a:lnTo>
                <a:lnTo>
                  <a:pt x="6473894" y="2172610"/>
                </a:lnTo>
                <a:lnTo>
                  <a:pt x="6766621" y="1666330"/>
                </a:lnTo>
                <a:lnTo>
                  <a:pt x="6780877" y="1614567"/>
                </a:lnTo>
                <a:lnTo>
                  <a:pt x="6777313" y="1587856"/>
                </a:lnTo>
                <a:lnTo>
                  <a:pt x="6473894" y="1056521"/>
                </a:lnTo>
                <a:lnTo>
                  <a:pt x="6435402" y="1017700"/>
                </a:lnTo>
                <a:lnTo>
                  <a:pt x="6382653" y="10034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88123" y="1416811"/>
            <a:ext cx="2948940" cy="1071245"/>
          </a:xfrm>
          <a:prstGeom prst="rect"/>
        </p:spPr>
        <p:txBody>
          <a:bodyPr wrap="square" lIns="0" tIns="72390" rIns="0" bIns="0" rtlCol="0" vert="horz">
            <a:spAutoFit/>
          </a:bodyPr>
          <a:lstStyle/>
          <a:p>
            <a:pPr marL="12700" marR="5080">
              <a:lnSpc>
                <a:spcPts val="3910"/>
              </a:lnSpc>
              <a:spcBef>
                <a:spcPts val="570"/>
              </a:spcBef>
            </a:pPr>
            <a:r>
              <a:rPr dirty="0" sz="3600" spc="-10">
                <a:solidFill>
                  <a:srgbClr val="FFFFFF"/>
                </a:solidFill>
              </a:rPr>
              <a:t>Enters</a:t>
            </a:r>
            <a:r>
              <a:rPr dirty="0" sz="3600" spc="-155">
                <a:solidFill>
                  <a:srgbClr val="FFFFFF"/>
                </a:solidFill>
              </a:rPr>
              <a:t> </a:t>
            </a:r>
            <a:r>
              <a:rPr dirty="0" sz="3600" spc="-25">
                <a:solidFill>
                  <a:srgbClr val="FFFFFF"/>
                </a:solidFill>
              </a:rPr>
              <a:t>the </a:t>
            </a:r>
            <a:r>
              <a:rPr dirty="0" sz="3600" spc="-10">
                <a:solidFill>
                  <a:srgbClr val="FFFFFF"/>
                </a:solidFill>
              </a:rPr>
              <a:t>explanatory</a:t>
            </a:r>
            <a:r>
              <a:rPr dirty="0" sz="3600" spc="-125">
                <a:solidFill>
                  <a:srgbClr val="FFFFFF"/>
                </a:solidFill>
              </a:rPr>
              <a:t> </a:t>
            </a:r>
            <a:r>
              <a:rPr dirty="0" sz="3600" spc="-25">
                <a:solidFill>
                  <a:srgbClr val="FFFFFF"/>
                </a:solidFill>
              </a:rPr>
              <a:t>gap</a:t>
            </a:r>
            <a:endParaRPr sz="3600"/>
          </a:p>
        </p:txBody>
      </p:sp>
      <p:sp>
        <p:nvSpPr>
          <p:cNvPr id="5" name="object 5" descr=""/>
          <p:cNvSpPr txBox="1"/>
          <p:nvPr/>
        </p:nvSpPr>
        <p:spPr>
          <a:xfrm>
            <a:off x="6288121" y="2616200"/>
            <a:ext cx="3707765" cy="170180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241300" marR="5080" indent="-228600">
              <a:lnSpc>
                <a:spcPct val="90500"/>
              </a:lnSpc>
              <a:spcBef>
                <a:spcPts val="27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Since</a:t>
            </a:r>
            <a:r>
              <a:rPr dirty="0" sz="15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there</a:t>
            </a:r>
            <a:r>
              <a:rPr dirty="0" sz="15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15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dirty="0" sz="15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explanatory</a:t>
            </a:r>
            <a:r>
              <a:rPr dirty="0" sz="15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gap,</a:t>
            </a:r>
            <a:r>
              <a:rPr dirty="0" sz="15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dirty="0" sz="15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libri"/>
                <a:cs typeface="Calibri"/>
              </a:rPr>
              <a:t>can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dirty="0" sz="15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determine</a:t>
            </a:r>
            <a:r>
              <a:rPr dirty="0" sz="15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dirty="0" sz="15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physical</a:t>
            </a:r>
            <a:r>
              <a:rPr dirty="0" sz="15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states</a:t>
            </a:r>
            <a:r>
              <a:rPr dirty="0" sz="15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libri"/>
                <a:cs typeface="Calibri"/>
              </a:rPr>
              <a:t>are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associated</a:t>
            </a:r>
            <a:r>
              <a:rPr dirty="0" sz="15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with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consciousness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 (and</a:t>
            </a:r>
            <a:r>
              <a:rPr dirty="0" sz="15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libri"/>
                <a:cs typeface="Calibri"/>
              </a:rPr>
              <a:t>what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kind</a:t>
            </a:r>
            <a:r>
              <a:rPr dirty="0" sz="15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5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consciousness</a:t>
            </a:r>
            <a:r>
              <a:rPr dirty="0" sz="15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they</a:t>
            </a:r>
            <a:r>
              <a:rPr dirty="0" sz="15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15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associated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with)</a:t>
            </a:r>
            <a:r>
              <a:rPr dirty="0" sz="15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15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extrapolating</a:t>
            </a:r>
            <a:r>
              <a:rPr dirty="0" sz="15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5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5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physical states</a:t>
            </a:r>
            <a:r>
              <a:rPr dirty="0" sz="15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observed</a:t>
            </a:r>
            <a:r>
              <a:rPr dirty="0" sz="15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5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5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cases</a:t>
            </a:r>
            <a:r>
              <a:rPr dirty="0" sz="15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dirty="0" sz="15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dirty="0" sz="15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libri"/>
                <a:cs typeface="Calibri"/>
              </a:rPr>
              <a:t>know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there</a:t>
            </a:r>
            <a:r>
              <a:rPr dirty="0" sz="15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15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consciousness-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–the</a:t>
            </a:r>
            <a:r>
              <a:rPr dirty="0" sz="15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cases</a:t>
            </a:r>
            <a:r>
              <a:rPr dirty="0" sz="15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5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humans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15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report</a:t>
            </a:r>
            <a:r>
              <a:rPr dirty="0" sz="15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being</a:t>
            </a:r>
            <a:r>
              <a:rPr dirty="0" sz="15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conscious.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658075" y="2986204"/>
            <a:ext cx="2186940" cy="200660"/>
          </a:xfrm>
          <a:prstGeom prst="rect">
            <a:avLst/>
          </a:prstGeom>
          <a:solidFill>
            <a:srgbClr val="D0CECE"/>
          </a:solidFill>
        </p:spPr>
        <p:txBody>
          <a:bodyPr wrap="square" lIns="0" tIns="45720" rIns="0" bIns="0" rtlCol="0" vert="horz">
            <a:spAutoFit/>
          </a:bodyPr>
          <a:lstStyle/>
          <a:p>
            <a:pPr marL="111760">
              <a:lnSpc>
                <a:spcPct val="100000"/>
              </a:lnSpc>
              <a:spcBef>
                <a:spcPts val="360"/>
              </a:spcBef>
            </a:pPr>
            <a:r>
              <a:rPr dirty="0" u="sng" sz="7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This</a:t>
            </a:r>
            <a:r>
              <a:rPr dirty="0" u="sng" sz="700" spc="-1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7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Photo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Unknown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Author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licensed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under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u="sng" sz="7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CC</a:t>
            </a:r>
            <a:r>
              <a:rPr dirty="0" u="sng" sz="700" spc="-1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70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BY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092815" y="6421628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98989"/>
                </a:solidFill>
                <a:latin typeface="Calibri"/>
                <a:cs typeface="Calibri"/>
              </a:rPr>
              <a:t>17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52847" y="619770"/>
            <a:ext cx="1153795" cy="876300"/>
            <a:chOff x="952847" y="619770"/>
            <a:chExt cx="1153795" cy="876300"/>
          </a:xfrm>
        </p:grpSpPr>
        <p:sp>
          <p:nvSpPr>
            <p:cNvPr id="3" name="object 3" descr=""/>
            <p:cNvSpPr/>
            <p:nvPr/>
          </p:nvSpPr>
          <p:spPr>
            <a:xfrm>
              <a:off x="967134" y="885883"/>
              <a:ext cx="671830" cy="595630"/>
            </a:xfrm>
            <a:custGeom>
              <a:avLst/>
              <a:gdLst/>
              <a:ahLst/>
              <a:cxnLst/>
              <a:rect l="l" t="t" r="r" b="b"/>
              <a:pathLst>
                <a:path w="671830" h="595630">
                  <a:moveTo>
                    <a:pt x="191636" y="595380"/>
                  </a:moveTo>
                  <a:lnTo>
                    <a:pt x="150340" y="572149"/>
                  </a:lnTo>
                  <a:lnTo>
                    <a:pt x="66782" y="427405"/>
                  </a:lnTo>
                  <a:lnTo>
                    <a:pt x="23873" y="353076"/>
                  </a:lnTo>
                  <a:lnTo>
                    <a:pt x="8065" y="325692"/>
                  </a:lnTo>
                  <a:lnTo>
                    <a:pt x="5807" y="321780"/>
                  </a:lnTo>
                  <a:lnTo>
                    <a:pt x="1451" y="310380"/>
                  </a:lnTo>
                  <a:lnTo>
                    <a:pt x="0" y="297690"/>
                  </a:lnTo>
                  <a:lnTo>
                    <a:pt x="1451" y="284999"/>
                  </a:lnTo>
                  <a:lnTo>
                    <a:pt x="5807" y="273599"/>
                  </a:lnTo>
                  <a:lnTo>
                    <a:pt x="89365" y="128854"/>
                  </a:lnTo>
                  <a:lnTo>
                    <a:pt x="132274" y="54526"/>
                  </a:lnTo>
                  <a:lnTo>
                    <a:pt x="157519" y="14155"/>
                  </a:lnTo>
                  <a:lnTo>
                    <a:pt x="191636" y="0"/>
                  </a:lnTo>
                  <a:lnTo>
                    <a:pt x="358753" y="0"/>
                  </a:lnTo>
                  <a:lnTo>
                    <a:pt x="444570" y="0"/>
                  </a:lnTo>
                  <a:lnTo>
                    <a:pt x="476187" y="0"/>
                  </a:lnTo>
                  <a:lnTo>
                    <a:pt x="480703" y="0"/>
                  </a:lnTo>
                  <a:lnTo>
                    <a:pt x="492237" y="1814"/>
                  </a:lnTo>
                  <a:lnTo>
                    <a:pt x="605557" y="167974"/>
                  </a:lnTo>
                  <a:lnTo>
                    <a:pt x="648465" y="242303"/>
                  </a:lnTo>
                  <a:lnTo>
                    <a:pt x="664274" y="269687"/>
                  </a:lnTo>
                  <a:lnTo>
                    <a:pt x="666532" y="273599"/>
                  </a:lnTo>
                  <a:lnTo>
                    <a:pt x="670404" y="284999"/>
                  </a:lnTo>
                  <a:lnTo>
                    <a:pt x="671694" y="297690"/>
                  </a:lnTo>
                  <a:lnTo>
                    <a:pt x="670404" y="310380"/>
                  </a:lnTo>
                  <a:lnTo>
                    <a:pt x="666532" y="321780"/>
                  </a:lnTo>
                  <a:lnTo>
                    <a:pt x="582974" y="466525"/>
                  </a:lnTo>
                  <a:lnTo>
                    <a:pt x="540065" y="540853"/>
                  </a:lnTo>
                  <a:lnTo>
                    <a:pt x="524257" y="568237"/>
                  </a:lnTo>
                  <a:lnTo>
                    <a:pt x="492237" y="593565"/>
                  </a:lnTo>
                  <a:lnTo>
                    <a:pt x="480703" y="595380"/>
                  </a:lnTo>
                  <a:lnTo>
                    <a:pt x="191636" y="59538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544667" y="634057"/>
              <a:ext cx="548005" cy="485775"/>
            </a:xfrm>
            <a:custGeom>
              <a:avLst/>
              <a:gdLst/>
              <a:ahLst/>
              <a:cxnLst/>
              <a:rect l="l" t="t" r="r" b="b"/>
              <a:pathLst>
                <a:path w="548005" h="485775">
                  <a:moveTo>
                    <a:pt x="156206" y="485306"/>
                  </a:moveTo>
                  <a:lnTo>
                    <a:pt x="122545" y="466370"/>
                  </a:lnTo>
                  <a:lnTo>
                    <a:pt x="54435" y="348386"/>
                  </a:lnTo>
                  <a:lnTo>
                    <a:pt x="19460" y="287799"/>
                  </a:lnTo>
                  <a:lnTo>
                    <a:pt x="6574" y="265478"/>
                  </a:lnTo>
                  <a:lnTo>
                    <a:pt x="4733" y="262289"/>
                  </a:lnTo>
                  <a:lnTo>
                    <a:pt x="1183" y="252997"/>
                  </a:lnTo>
                  <a:lnTo>
                    <a:pt x="0" y="242653"/>
                  </a:lnTo>
                  <a:lnTo>
                    <a:pt x="1183" y="232308"/>
                  </a:lnTo>
                  <a:lnTo>
                    <a:pt x="4733" y="223016"/>
                  </a:lnTo>
                  <a:lnTo>
                    <a:pt x="72843" y="105032"/>
                  </a:lnTo>
                  <a:lnTo>
                    <a:pt x="107819" y="44445"/>
                  </a:lnTo>
                  <a:lnTo>
                    <a:pt x="128397" y="11538"/>
                  </a:lnTo>
                  <a:lnTo>
                    <a:pt x="156206" y="0"/>
                  </a:lnTo>
                  <a:lnTo>
                    <a:pt x="292426" y="0"/>
                  </a:lnTo>
                  <a:lnTo>
                    <a:pt x="362377" y="0"/>
                  </a:lnTo>
                  <a:lnTo>
                    <a:pt x="388149" y="0"/>
                  </a:lnTo>
                  <a:lnTo>
                    <a:pt x="391831" y="0"/>
                  </a:lnTo>
                  <a:lnTo>
                    <a:pt x="401232" y="1479"/>
                  </a:lnTo>
                  <a:lnTo>
                    <a:pt x="410765" y="5522"/>
                  </a:lnTo>
                  <a:lnTo>
                    <a:pt x="419246" y="11538"/>
                  </a:lnTo>
                  <a:lnTo>
                    <a:pt x="425491" y="18935"/>
                  </a:lnTo>
                  <a:lnTo>
                    <a:pt x="493601" y="136919"/>
                  </a:lnTo>
                  <a:lnTo>
                    <a:pt x="528577" y="197506"/>
                  </a:lnTo>
                  <a:lnTo>
                    <a:pt x="541463" y="219827"/>
                  </a:lnTo>
                  <a:lnTo>
                    <a:pt x="543304" y="223016"/>
                  </a:lnTo>
                  <a:lnTo>
                    <a:pt x="546459" y="232308"/>
                  </a:lnTo>
                  <a:lnTo>
                    <a:pt x="547511" y="242653"/>
                  </a:lnTo>
                  <a:lnTo>
                    <a:pt x="546459" y="252997"/>
                  </a:lnTo>
                  <a:lnTo>
                    <a:pt x="543304" y="262289"/>
                  </a:lnTo>
                  <a:lnTo>
                    <a:pt x="475193" y="380274"/>
                  </a:lnTo>
                  <a:lnTo>
                    <a:pt x="440218" y="440860"/>
                  </a:lnTo>
                  <a:lnTo>
                    <a:pt x="427332" y="463181"/>
                  </a:lnTo>
                  <a:lnTo>
                    <a:pt x="425491" y="466370"/>
                  </a:lnTo>
                  <a:lnTo>
                    <a:pt x="419246" y="473767"/>
                  </a:lnTo>
                  <a:lnTo>
                    <a:pt x="410765" y="479783"/>
                  </a:lnTo>
                  <a:lnTo>
                    <a:pt x="401232" y="483826"/>
                  </a:lnTo>
                  <a:lnTo>
                    <a:pt x="391831" y="485306"/>
                  </a:lnTo>
                  <a:lnTo>
                    <a:pt x="156206" y="485306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43939" y="1376679"/>
            <a:ext cx="2534920" cy="2113280"/>
          </a:xfrm>
          <a:prstGeom prst="rect"/>
        </p:spPr>
        <p:txBody>
          <a:bodyPr wrap="square" lIns="0" tIns="68580" rIns="0" bIns="0" rtlCol="0" vert="horz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540"/>
              </a:spcBef>
            </a:pPr>
            <a:r>
              <a:rPr dirty="0" sz="3700"/>
              <a:t>Can</a:t>
            </a:r>
            <a:r>
              <a:rPr dirty="0" sz="3700" spc="-35"/>
              <a:t> </a:t>
            </a:r>
            <a:r>
              <a:rPr dirty="0" sz="3700"/>
              <a:t>we</a:t>
            </a:r>
            <a:r>
              <a:rPr dirty="0" sz="3700" spc="-40"/>
              <a:t> </a:t>
            </a:r>
            <a:r>
              <a:rPr dirty="0" sz="3700" spc="-20"/>
              <a:t>know </a:t>
            </a:r>
            <a:r>
              <a:rPr dirty="0" sz="3700"/>
              <a:t>which</a:t>
            </a:r>
            <a:r>
              <a:rPr dirty="0" sz="3700" spc="-100"/>
              <a:t> </a:t>
            </a:r>
            <a:r>
              <a:rPr dirty="0" sz="3700" spc="-10"/>
              <a:t>alien </a:t>
            </a:r>
            <a:r>
              <a:rPr dirty="0" sz="3700"/>
              <a:t>minds</a:t>
            </a:r>
            <a:r>
              <a:rPr dirty="0" sz="3700" spc="-55"/>
              <a:t> </a:t>
            </a:r>
            <a:r>
              <a:rPr dirty="0" sz="3700" spc="-25"/>
              <a:t>are </a:t>
            </a:r>
            <a:r>
              <a:rPr dirty="0" sz="3700" spc="-10"/>
              <a:t>conscious?</a:t>
            </a:r>
            <a:endParaRPr sz="3700"/>
          </a:p>
        </p:txBody>
      </p:sp>
      <p:grpSp>
        <p:nvGrpSpPr>
          <p:cNvPr id="6" name="object 6" descr=""/>
          <p:cNvGrpSpPr/>
          <p:nvPr/>
        </p:nvGrpSpPr>
        <p:grpSpPr>
          <a:xfrm>
            <a:off x="4518556" y="608657"/>
            <a:ext cx="7242809" cy="5185410"/>
            <a:chOff x="4518556" y="608657"/>
            <a:chExt cx="7242809" cy="5185410"/>
          </a:xfrm>
        </p:grpSpPr>
        <p:sp>
          <p:nvSpPr>
            <p:cNvPr id="7" name="object 7" descr=""/>
            <p:cNvSpPr/>
            <p:nvPr/>
          </p:nvSpPr>
          <p:spPr>
            <a:xfrm>
              <a:off x="7078174" y="1653645"/>
              <a:ext cx="4657725" cy="4115435"/>
            </a:xfrm>
            <a:custGeom>
              <a:avLst/>
              <a:gdLst/>
              <a:ahLst/>
              <a:cxnLst/>
              <a:rect l="l" t="t" r="r" b="b"/>
              <a:pathLst>
                <a:path w="4657725" h="4115435">
                  <a:moveTo>
                    <a:pt x="3316389" y="0"/>
                  </a:moveTo>
                  <a:lnTo>
                    <a:pt x="2174280" y="0"/>
                  </a:lnTo>
                  <a:lnTo>
                    <a:pt x="1587791" y="0"/>
                  </a:lnTo>
                  <a:lnTo>
                    <a:pt x="1371717" y="0"/>
                  </a:lnTo>
                  <a:lnTo>
                    <a:pt x="1340849" y="0"/>
                  </a:lnTo>
                  <a:lnTo>
                    <a:pt x="1293522" y="3138"/>
                  </a:lnTo>
                  <a:lnTo>
                    <a:pt x="1247845" y="12354"/>
                  </a:lnTo>
                  <a:lnTo>
                    <a:pt x="1204269" y="27349"/>
                  </a:lnTo>
                  <a:lnTo>
                    <a:pt x="1163242" y="47824"/>
                  </a:lnTo>
                  <a:lnTo>
                    <a:pt x="1125216" y="73480"/>
                  </a:lnTo>
                  <a:lnTo>
                    <a:pt x="1090640" y="104018"/>
                  </a:lnTo>
                  <a:lnTo>
                    <a:pt x="1059964" y="139139"/>
                  </a:lnTo>
                  <a:lnTo>
                    <a:pt x="1033638" y="178544"/>
                  </a:lnTo>
                  <a:lnTo>
                    <a:pt x="463817" y="1164059"/>
                  </a:lnTo>
                  <a:lnTo>
                    <a:pt x="171206" y="1670134"/>
                  </a:lnTo>
                  <a:lnTo>
                    <a:pt x="63402" y="1856583"/>
                  </a:lnTo>
                  <a:lnTo>
                    <a:pt x="48001" y="1883219"/>
                  </a:lnTo>
                  <a:lnTo>
                    <a:pt x="27001" y="1924351"/>
                  </a:lnTo>
                  <a:lnTo>
                    <a:pt x="12000" y="1967576"/>
                  </a:lnTo>
                  <a:lnTo>
                    <a:pt x="3000" y="2012195"/>
                  </a:lnTo>
                  <a:lnTo>
                    <a:pt x="0" y="2057512"/>
                  </a:lnTo>
                  <a:lnTo>
                    <a:pt x="3000" y="2102829"/>
                  </a:lnTo>
                  <a:lnTo>
                    <a:pt x="12000" y="2147449"/>
                  </a:lnTo>
                  <a:lnTo>
                    <a:pt x="27001" y="2190673"/>
                  </a:lnTo>
                  <a:lnTo>
                    <a:pt x="48001" y="2231806"/>
                  </a:lnTo>
                  <a:lnTo>
                    <a:pt x="617822" y="3217320"/>
                  </a:lnTo>
                  <a:lnTo>
                    <a:pt x="910433" y="3723395"/>
                  </a:lnTo>
                  <a:lnTo>
                    <a:pt x="1018237" y="3909844"/>
                  </a:lnTo>
                  <a:lnTo>
                    <a:pt x="1059964" y="3975885"/>
                  </a:lnTo>
                  <a:lnTo>
                    <a:pt x="1090640" y="4011006"/>
                  </a:lnTo>
                  <a:lnTo>
                    <a:pt x="1125216" y="4041544"/>
                  </a:lnTo>
                  <a:lnTo>
                    <a:pt x="1163242" y="4067200"/>
                  </a:lnTo>
                  <a:lnTo>
                    <a:pt x="1204269" y="4087675"/>
                  </a:lnTo>
                  <a:lnTo>
                    <a:pt x="1247845" y="4102670"/>
                  </a:lnTo>
                  <a:lnTo>
                    <a:pt x="1293522" y="4111886"/>
                  </a:lnTo>
                  <a:lnTo>
                    <a:pt x="1340849" y="4115025"/>
                  </a:lnTo>
                  <a:lnTo>
                    <a:pt x="2482958" y="4115025"/>
                  </a:lnTo>
                  <a:lnTo>
                    <a:pt x="3069446" y="4115025"/>
                  </a:lnTo>
                  <a:lnTo>
                    <a:pt x="3285521" y="4115025"/>
                  </a:lnTo>
                  <a:lnTo>
                    <a:pt x="3316389" y="4115025"/>
                  </a:lnTo>
                  <a:lnTo>
                    <a:pt x="3362482" y="4111886"/>
                  </a:lnTo>
                  <a:lnTo>
                    <a:pt x="3407526" y="4102670"/>
                  </a:lnTo>
                  <a:lnTo>
                    <a:pt x="3450869" y="4087675"/>
                  </a:lnTo>
                  <a:lnTo>
                    <a:pt x="3491862" y="4067200"/>
                  </a:lnTo>
                  <a:lnTo>
                    <a:pt x="3529855" y="4041544"/>
                  </a:lnTo>
                  <a:lnTo>
                    <a:pt x="3564198" y="4011006"/>
                  </a:lnTo>
                  <a:lnTo>
                    <a:pt x="3594241" y="3975885"/>
                  </a:lnTo>
                  <a:lnTo>
                    <a:pt x="3619334" y="3936480"/>
                  </a:lnTo>
                  <a:lnTo>
                    <a:pt x="4191622" y="2950965"/>
                  </a:lnTo>
                  <a:lnTo>
                    <a:pt x="4485499" y="2444890"/>
                  </a:lnTo>
                  <a:lnTo>
                    <a:pt x="4593770" y="2258441"/>
                  </a:lnTo>
                  <a:lnTo>
                    <a:pt x="4609237" y="2231806"/>
                  </a:lnTo>
                  <a:lnTo>
                    <a:pt x="4630238" y="2190673"/>
                  </a:lnTo>
                  <a:lnTo>
                    <a:pt x="4645238" y="2147449"/>
                  </a:lnTo>
                  <a:lnTo>
                    <a:pt x="4654238" y="2102829"/>
                  </a:lnTo>
                  <a:lnTo>
                    <a:pt x="4657238" y="2057512"/>
                  </a:lnTo>
                  <a:lnTo>
                    <a:pt x="4654238" y="2012195"/>
                  </a:lnTo>
                  <a:lnTo>
                    <a:pt x="4645238" y="1967576"/>
                  </a:lnTo>
                  <a:lnTo>
                    <a:pt x="4630238" y="1924351"/>
                  </a:lnTo>
                  <a:lnTo>
                    <a:pt x="4609237" y="1883219"/>
                  </a:lnTo>
                  <a:lnTo>
                    <a:pt x="4036949" y="897704"/>
                  </a:lnTo>
                  <a:lnTo>
                    <a:pt x="3743072" y="391628"/>
                  </a:lnTo>
                  <a:lnTo>
                    <a:pt x="3634801" y="205180"/>
                  </a:lnTo>
                  <a:lnTo>
                    <a:pt x="3619334" y="178544"/>
                  </a:lnTo>
                  <a:lnTo>
                    <a:pt x="3594241" y="139139"/>
                  </a:lnTo>
                  <a:lnTo>
                    <a:pt x="3564198" y="104018"/>
                  </a:lnTo>
                  <a:lnTo>
                    <a:pt x="3529855" y="73480"/>
                  </a:lnTo>
                  <a:lnTo>
                    <a:pt x="3491862" y="47824"/>
                  </a:lnTo>
                  <a:lnTo>
                    <a:pt x="3450869" y="27349"/>
                  </a:lnTo>
                  <a:lnTo>
                    <a:pt x="3407526" y="12354"/>
                  </a:lnTo>
                  <a:lnTo>
                    <a:pt x="3362482" y="3138"/>
                  </a:lnTo>
                  <a:lnTo>
                    <a:pt x="3316389" y="0"/>
                  </a:lnTo>
                  <a:close/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543956" y="634057"/>
              <a:ext cx="3152775" cy="2796540"/>
            </a:xfrm>
            <a:custGeom>
              <a:avLst/>
              <a:gdLst/>
              <a:ahLst/>
              <a:cxnLst/>
              <a:rect l="l" t="t" r="r" b="b"/>
              <a:pathLst>
                <a:path w="3152775" h="2796540">
                  <a:moveTo>
                    <a:pt x="898943" y="0"/>
                  </a:moveTo>
                  <a:lnTo>
                    <a:pt x="1683823" y="0"/>
                  </a:lnTo>
                  <a:lnTo>
                    <a:pt x="2086869" y="0"/>
                  </a:lnTo>
                  <a:lnTo>
                    <a:pt x="2235360" y="0"/>
                  </a:lnTo>
                  <a:lnTo>
                    <a:pt x="2256573" y="0"/>
                  </a:lnTo>
                  <a:lnTo>
                    <a:pt x="2299629" y="5527"/>
                  </a:lnTo>
                  <a:lnTo>
                    <a:pt x="2344043" y="20947"/>
                  </a:lnTo>
                  <a:lnTo>
                    <a:pt x="2386323" y="44513"/>
                  </a:lnTo>
                  <a:lnTo>
                    <a:pt x="2422979" y="74480"/>
                  </a:lnTo>
                  <a:lnTo>
                    <a:pt x="2450520" y="109102"/>
                  </a:lnTo>
                  <a:lnTo>
                    <a:pt x="2842959" y="788907"/>
                  </a:lnTo>
                  <a:lnTo>
                    <a:pt x="3044482" y="1137996"/>
                  </a:lnTo>
                  <a:lnTo>
                    <a:pt x="3118727" y="1266607"/>
                  </a:lnTo>
                  <a:lnTo>
                    <a:pt x="3129334" y="1284981"/>
                  </a:lnTo>
                  <a:lnTo>
                    <a:pt x="3144850" y="1327134"/>
                  </a:lnTo>
                  <a:lnTo>
                    <a:pt x="3152608" y="1373943"/>
                  </a:lnTo>
                  <a:lnTo>
                    <a:pt x="3152608" y="1422303"/>
                  </a:lnTo>
                  <a:lnTo>
                    <a:pt x="3144850" y="1469112"/>
                  </a:lnTo>
                  <a:lnTo>
                    <a:pt x="3129334" y="1511267"/>
                  </a:lnTo>
                  <a:lnTo>
                    <a:pt x="2736894" y="2191070"/>
                  </a:lnTo>
                  <a:lnTo>
                    <a:pt x="2535372" y="2540159"/>
                  </a:lnTo>
                  <a:lnTo>
                    <a:pt x="2461126" y="2668770"/>
                  </a:lnTo>
                  <a:lnTo>
                    <a:pt x="2450520" y="2687144"/>
                  </a:lnTo>
                  <a:lnTo>
                    <a:pt x="2422979" y="2721766"/>
                  </a:lnTo>
                  <a:lnTo>
                    <a:pt x="2386323" y="2751733"/>
                  </a:lnTo>
                  <a:lnTo>
                    <a:pt x="2344043" y="2775299"/>
                  </a:lnTo>
                  <a:lnTo>
                    <a:pt x="2299629" y="2790719"/>
                  </a:lnTo>
                  <a:lnTo>
                    <a:pt x="2256573" y="2796247"/>
                  </a:lnTo>
                  <a:lnTo>
                    <a:pt x="898943" y="2796247"/>
                  </a:lnTo>
                  <a:lnTo>
                    <a:pt x="853948" y="2790719"/>
                  </a:lnTo>
                  <a:lnTo>
                    <a:pt x="808565" y="2775299"/>
                  </a:lnTo>
                  <a:lnTo>
                    <a:pt x="766284" y="2751733"/>
                  </a:lnTo>
                  <a:lnTo>
                    <a:pt x="730598" y="2721766"/>
                  </a:lnTo>
                  <a:lnTo>
                    <a:pt x="704998" y="2687144"/>
                  </a:lnTo>
                  <a:lnTo>
                    <a:pt x="312558" y="2007340"/>
                  </a:lnTo>
                  <a:lnTo>
                    <a:pt x="111035" y="1658251"/>
                  </a:lnTo>
                  <a:lnTo>
                    <a:pt x="36789" y="1529640"/>
                  </a:lnTo>
                  <a:lnTo>
                    <a:pt x="8727" y="1469112"/>
                  </a:lnTo>
                  <a:lnTo>
                    <a:pt x="0" y="1422303"/>
                  </a:lnTo>
                  <a:lnTo>
                    <a:pt x="0" y="1373943"/>
                  </a:lnTo>
                  <a:lnTo>
                    <a:pt x="8727" y="1327134"/>
                  </a:lnTo>
                  <a:lnTo>
                    <a:pt x="26183" y="1284981"/>
                  </a:lnTo>
                  <a:lnTo>
                    <a:pt x="418623" y="605176"/>
                  </a:lnTo>
                  <a:lnTo>
                    <a:pt x="620146" y="256087"/>
                  </a:lnTo>
                  <a:lnTo>
                    <a:pt x="694391" y="127475"/>
                  </a:lnTo>
                  <a:lnTo>
                    <a:pt x="730598" y="74480"/>
                  </a:lnTo>
                  <a:lnTo>
                    <a:pt x="766284" y="44513"/>
                  </a:lnTo>
                  <a:lnTo>
                    <a:pt x="808565" y="20947"/>
                  </a:lnTo>
                  <a:lnTo>
                    <a:pt x="853948" y="5527"/>
                  </a:lnTo>
                  <a:lnTo>
                    <a:pt x="898943" y="0"/>
                  </a:lnTo>
                  <a:close/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96963" y="1501325"/>
              <a:ext cx="1846469" cy="1068638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1043938" y="3722623"/>
            <a:ext cx="5488940" cy="215900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algn="just" marL="238125" marR="163195" indent="-226060">
              <a:lnSpc>
                <a:spcPct val="92000"/>
              </a:lnSpc>
              <a:spcBef>
                <a:spcPts val="24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problem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is,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it’s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quite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possible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that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different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theories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will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“fit” </a:t>
            </a:r>
            <a:r>
              <a:rPr dirty="0" sz="1500" spc="-10">
                <a:latin typeface="Calibri"/>
                <a:cs typeface="Calibri"/>
              </a:rPr>
              <a:t>	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human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data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equally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well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while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making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different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predictions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 spc="-25">
                <a:latin typeface="Calibri"/>
                <a:cs typeface="Calibri"/>
              </a:rPr>
              <a:t>in </a:t>
            </a:r>
            <a:r>
              <a:rPr dirty="0" sz="1500" spc="-25">
                <a:latin typeface="Calibri"/>
                <a:cs typeface="Calibri"/>
              </a:rPr>
              <a:t>	</a:t>
            </a:r>
            <a:r>
              <a:rPr dirty="0" sz="1500">
                <a:latin typeface="Calibri"/>
                <a:cs typeface="Calibri"/>
              </a:rPr>
              <a:t>other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cases.</a:t>
            </a:r>
            <a:endParaRPr sz="1500">
              <a:latin typeface="Calibri"/>
              <a:cs typeface="Calibri"/>
            </a:endParaRPr>
          </a:p>
          <a:p>
            <a:pPr marL="240665" marR="5080" indent="-228600">
              <a:lnSpc>
                <a:spcPct val="8890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500">
                <a:latin typeface="Calibri"/>
                <a:cs typeface="Calibri"/>
              </a:rPr>
              <a:t>In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fact,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theories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currently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being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entertained,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such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as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monitoring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intentionalist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theories,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do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make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different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predictions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while </a:t>
            </a:r>
            <a:r>
              <a:rPr dirty="0" sz="1500">
                <a:latin typeface="Calibri"/>
                <a:cs typeface="Calibri"/>
              </a:rPr>
              <a:t>fitting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human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case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roughly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equally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well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when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it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comes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 spc="-25">
                <a:latin typeface="Calibri"/>
                <a:cs typeface="Calibri"/>
              </a:rPr>
              <a:t>to </a:t>
            </a:r>
            <a:r>
              <a:rPr dirty="0" sz="1500">
                <a:latin typeface="Calibri"/>
                <a:cs typeface="Calibri"/>
              </a:rPr>
              <a:t>predicting</a:t>
            </a:r>
            <a:r>
              <a:rPr dirty="0" sz="1500" spc="-5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which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structures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have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consciousness.</a:t>
            </a:r>
            <a:endParaRPr sz="1500">
              <a:latin typeface="Calibri"/>
              <a:cs typeface="Calibri"/>
            </a:endParaRPr>
          </a:p>
          <a:p>
            <a:pPr marL="240665" marR="273685" indent="-228600">
              <a:lnSpc>
                <a:spcPts val="1580"/>
              </a:lnSpc>
              <a:spcBef>
                <a:spcPts val="114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500">
                <a:latin typeface="Calibri"/>
                <a:cs typeface="Calibri"/>
              </a:rPr>
              <a:t>Without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closing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explanatory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gap,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it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seems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impossible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 spc="-25">
                <a:latin typeface="Calibri"/>
                <a:cs typeface="Calibri"/>
              </a:rPr>
              <a:t>to </a:t>
            </a:r>
            <a:r>
              <a:rPr dirty="0" sz="1500">
                <a:latin typeface="Calibri"/>
                <a:cs typeface="Calibri"/>
              </a:rPr>
              <a:t>determine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what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forms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non-</a:t>
            </a:r>
            <a:r>
              <a:rPr dirty="0" sz="1500">
                <a:latin typeface="Calibri"/>
                <a:cs typeface="Calibri"/>
              </a:rPr>
              <a:t>human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intelligence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are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conscious!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0005184" y="6657944"/>
            <a:ext cx="2186940" cy="200660"/>
          </a:xfrm>
          <a:custGeom>
            <a:avLst/>
            <a:gdLst/>
            <a:ahLst/>
            <a:cxnLst/>
            <a:rect l="l" t="t" r="r" b="b"/>
            <a:pathLst>
              <a:path w="2186940" h="200659">
                <a:moveTo>
                  <a:pt x="2186815" y="0"/>
                </a:moveTo>
                <a:lnTo>
                  <a:pt x="0" y="0"/>
                </a:lnTo>
                <a:lnTo>
                  <a:pt x="0" y="200055"/>
                </a:lnTo>
                <a:lnTo>
                  <a:pt x="2186815" y="200055"/>
                </a:lnTo>
                <a:lnTo>
                  <a:pt x="21868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0104560" y="6692392"/>
            <a:ext cx="2009139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7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This</a:t>
            </a:r>
            <a:r>
              <a:rPr dirty="0" u="sng" sz="700" spc="-1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7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Photo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Unknown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Author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licensed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under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u="sng" sz="7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CC</a:t>
            </a:r>
            <a:r>
              <a:rPr dirty="0" u="sng" sz="700" spc="-1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70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BY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092815" y="6421628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98989"/>
                </a:solidFill>
                <a:latin typeface="Calibri"/>
                <a:cs typeface="Calibri"/>
              </a:rPr>
              <a:t>18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5672" y="1421891"/>
            <a:ext cx="4277360" cy="1293495"/>
          </a:xfrm>
          <a:prstGeom prst="rect"/>
        </p:spPr>
        <p:txBody>
          <a:bodyPr wrap="square" lIns="0" tIns="93980" rIns="0" bIns="0" rtlCol="0" vert="horz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dirty="0"/>
              <a:t>Another</a:t>
            </a:r>
            <a:r>
              <a:rPr dirty="0" spc="-165"/>
              <a:t> </a:t>
            </a:r>
            <a:r>
              <a:rPr dirty="0"/>
              <a:t>reason</a:t>
            </a:r>
            <a:r>
              <a:rPr dirty="0" spc="-160"/>
              <a:t> </a:t>
            </a:r>
            <a:r>
              <a:rPr dirty="0" spc="-25"/>
              <a:t>for </a:t>
            </a:r>
            <a:r>
              <a:rPr dirty="0" spc="-10"/>
              <a:t>pessimism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873455" y="1045422"/>
            <a:ext cx="4708525" cy="4740910"/>
            <a:chOff x="6873455" y="1045422"/>
            <a:chExt cx="4708525" cy="4740910"/>
          </a:xfrm>
        </p:grpSpPr>
        <p:sp>
          <p:nvSpPr>
            <p:cNvPr id="4" name="object 4" descr=""/>
            <p:cNvSpPr/>
            <p:nvPr/>
          </p:nvSpPr>
          <p:spPr>
            <a:xfrm>
              <a:off x="7127309" y="1311536"/>
              <a:ext cx="671830" cy="595630"/>
            </a:xfrm>
            <a:custGeom>
              <a:avLst/>
              <a:gdLst/>
              <a:ahLst/>
              <a:cxnLst/>
              <a:rect l="l" t="t" r="r" b="b"/>
              <a:pathLst>
                <a:path w="671829" h="595630">
                  <a:moveTo>
                    <a:pt x="191636" y="595380"/>
                  </a:moveTo>
                  <a:lnTo>
                    <a:pt x="150340" y="572149"/>
                  </a:lnTo>
                  <a:lnTo>
                    <a:pt x="66782" y="427405"/>
                  </a:lnTo>
                  <a:lnTo>
                    <a:pt x="23873" y="353076"/>
                  </a:lnTo>
                  <a:lnTo>
                    <a:pt x="8065" y="325692"/>
                  </a:lnTo>
                  <a:lnTo>
                    <a:pt x="5807" y="321780"/>
                  </a:lnTo>
                  <a:lnTo>
                    <a:pt x="1451" y="310380"/>
                  </a:lnTo>
                  <a:lnTo>
                    <a:pt x="0" y="297690"/>
                  </a:lnTo>
                  <a:lnTo>
                    <a:pt x="1451" y="284999"/>
                  </a:lnTo>
                  <a:lnTo>
                    <a:pt x="5807" y="273599"/>
                  </a:lnTo>
                  <a:lnTo>
                    <a:pt x="89365" y="128854"/>
                  </a:lnTo>
                  <a:lnTo>
                    <a:pt x="132274" y="54526"/>
                  </a:lnTo>
                  <a:lnTo>
                    <a:pt x="157519" y="14155"/>
                  </a:lnTo>
                  <a:lnTo>
                    <a:pt x="191636" y="0"/>
                  </a:lnTo>
                  <a:lnTo>
                    <a:pt x="358753" y="0"/>
                  </a:lnTo>
                  <a:lnTo>
                    <a:pt x="444570" y="0"/>
                  </a:lnTo>
                  <a:lnTo>
                    <a:pt x="476187" y="0"/>
                  </a:lnTo>
                  <a:lnTo>
                    <a:pt x="480703" y="0"/>
                  </a:lnTo>
                  <a:lnTo>
                    <a:pt x="492237" y="1814"/>
                  </a:lnTo>
                  <a:lnTo>
                    <a:pt x="605557" y="167974"/>
                  </a:lnTo>
                  <a:lnTo>
                    <a:pt x="648465" y="242303"/>
                  </a:lnTo>
                  <a:lnTo>
                    <a:pt x="664274" y="269687"/>
                  </a:lnTo>
                  <a:lnTo>
                    <a:pt x="666532" y="273599"/>
                  </a:lnTo>
                  <a:lnTo>
                    <a:pt x="670404" y="284999"/>
                  </a:lnTo>
                  <a:lnTo>
                    <a:pt x="671694" y="297690"/>
                  </a:lnTo>
                  <a:lnTo>
                    <a:pt x="670404" y="310380"/>
                  </a:lnTo>
                  <a:lnTo>
                    <a:pt x="666532" y="321780"/>
                  </a:lnTo>
                  <a:lnTo>
                    <a:pt x="582974" y="466525"/>
                  </a:lnTo>
                  <a:lnTo>
                    <a:pt x="540065" y="540853"/>
                  </a:lnTo>
                  <a:lnTo>
                    <a:pt x="524257" y="568237"/>
                  </a:lnTo>
                  <a:lnTo>
                    <a:pt x="492237" y="593565"/>
                  </a:lnTo>
                  <a:lnTo>
                    <a:pt x="480703" y="595380"/>
                  </a:lnTo>
                  <a:lnTo>
                    <a:pt x="191636" y="59538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704842" y="1059709"/>
              <a:ext cx="548005" cy="485775"/>
            </a:xfrm>
            <a:custGeom>
              <a:avLst/>
              <a:gdLst/>
              <a:ahLst/>
              <a:cxnLst/>
              <a:rect l="l" t="t" r="r" b="b"/>
              <a:pathLst>
                <a:path w="548004" h="485775">
                  <a:moveTo>
                    <a:pt x="156206" y="485306"/>
                  </a:moveTo>
                  <a:lnTo>
                    <a:pt x="122545" y="466370"/>
                  </a:lnTo>
                  <a:lnTo>
                    <a:pt x="54435" y="348386"/>
                  </a:lnTo>
                  <a:lnTo>
                    <a:pt x="19460" y="287799"/>
                  </a:lnTo>
                  <a:lnTo>
                    <a:pt x="6574" y="265478"/>
                  </a:lnTo>
                  <a:lnTo>
                    <a:pt x="4733" y="262289"/>
                  </a:lnTo>
                  <a:lnTo>
                    <a:pt x="1183" y="252997"/>
                  </a:lnTo>
                  <a:lnTo>
                    <a:pt x="0" y="242653"/>
                  </a:lnTo>
                  <a:lnTo>
                    <a:pt x="1183" y="232308"/>
                  </a:lnTo>
                  <a:lnTo>
                    <a:pt x="4733" y="223016"/>
                  </a:lnTo>
                  <a:lnTo>
                    <a:pt x="72843" y="105032"/>
                  </a:lnTo>
                  <a:lnTo>
                    <a:pt x="107819" y="44445"/>
                  </a:lnTo>
                  <a:lnTo>
                    <a:pt x="128397" y="11538"/>
                  </a:lnTo>
                  <a:lnTo>
                    <a:pt x="156206" y="0"/>
                  </a:lnTo>
                  <a:lnTo>
                    <a:pt x="292426" y="0"/>
                  </a:lnTo>
                  <a:lnTo>
                    <a:pt x="362377" y="0"/>
                  </a:lnTo>
                  <a:lnTo>
                    <a:pt x="388149" y="0"/>
                  </a:lnTo>
                  <a:lnTo>
                    <a:pt x="391831" y="0"/>
                  </a:lnTo>
                  <a:lnTo>
                    <a:pt x="401232" y="1479"/>
                  </a:lnTo>
                  <a:lnTo>
                    <a:pt x="410765" y="5522"/>
                  </a:lnTo>
                  <a:lnTo>
                    <a:pt x="419246" y="11538"/>
                  </a:lnTo>
                  <a:lnTo>
                    <a:pt x="425491" y="18935"/>
                  </a:lnTo>
                  <a:lnTo>
                    <a:pt x="493601" y="136919"/>
                  </a:lnTo>
                  <a:lnTo>
                    <a:pt x="528577" y="197506"/>
                  </a:lnTo>
                  <a:lnTo>
                    <a:pt x="541463" y="219827"/>
                  </a:lnTo>
                  <a:lnTo>
                    <a:pt x="543304" y="223016"/>
                  </a:lnTo>
                  <a:lnTo>
                    <a:pt x="546459" y="232308"/>
                  </a:lnTo>
                  <a:lnTo>
                    <a:pt x="547511" y="242653"/>
                  </a:lnTo>
                  <a:lnTo>
                    <a:pt x="546459" y="252997"/>
                  </a:lnTo>
                  <a:lnTo>
                    <a:pt x="543304" y="262289"/>
                  </a:lnTo>
                  <a:lnTo>
                    <a:pt x="475193" y="380274"/>
                  </a:lnTo>
                  <a:lnTo>
                    <a:pt x="440218" y="440860"/>
                  </a:lnTo>
                  <a:lnTo>
                    <a:pt x="427332" y="463181"/>
                  </a:lnTo>
                  <a:lnTo>
                    <a:pt x="425491" y="466370"/>
                  </a:lnTo>
                  <a:lnTo>
                    <a:pt x="419246" y="473767"/>
                  </a:lnTo>
                  <a:lnTo>
                    <a:pt x="410765" y="479783"/>
                  </a:lnTo>
                  <a:lnTo>
                    <a:pt x="401232" y="483826"/>
                  </a:lnTo>
                  <a:lnTo>
                    <a:pt x="391831" y="485306"/>
                  </a:lnTo>
                  <a:lnTo>
                    <a:pt x="156206" y="485306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898855" y="1645693"/>
              <a:ext cx="4657725" cy="4115435"/>
            </a:xfrm>
            <a:custGeom>
              <a:avLst/>
              <a:gdLst/>
              <a:ahLst/>
              <a:cxnLst/>
              <a:rect l="l" t="t" r="r" b="b"/>
              <a:pathLst>
                <a:path w="4657725" h="4115435">
                  <a:moveTo>
                    <a:pt x="3316389" y="0"/>
                  </a:moveTo>
                  <a:lnTo>
                    <a:pt x="2174280" y="0"/>
                  </a:lnTo>
                  <a:lnTo>
                    <a:pt x="1587791" y="0"/>
                  </a:lnTo>
                  <a:lnTo>
                    <a:pt x="1371717" y="0"/>
                  </a:lnTo>
                  <a:lnTo>
                    <a:pt x="1340849" y="0"/>
                  </a:lnTo>
                  <a:lnTo>
                    <a:pt x="1293522" y="3138"/>
                  </a:lnTo>
                  <a:lnTo>
                    <a:pt x="1247845" y="12354"/>
                  </a:lnTo>
                  <a:lnTo>
                    <a:pt x="1204269" y="27349"/>
                  </a:lnTo>
                  <a:lnTo>
                    <a:pt x="1163242" y="47824"/>
                  </a:lnTo>
                  <a:lnTo>
                    <a:pt x="1125216" y="73480"/>
                  </a:lnTo>
                  <a:lnTo>
                    <a:pt x="1090640" y="104018"/>
                  </a:lnTo>
                  <a:lnTo>
                    <a:pt x="1059964" y="139139"/>
                  </a:lnTo>
                  <a:lnTo>
                    <a:pt x="1033638" y="178544"/>
                  </a:lnTo>
                  <a:lnTo>
                    <a:pt x="463817" y="1164059"/>
                  </a:lnTo>
                  <a:lnTo>
                    <a:pt x="171206" y="1670134"/>
                  </a:lnTo>
                  <a:lnTo>
                    <a:pt x="63402" y="1856583"/>
                  </a:lnTo>
                  <a:lnTo>
                    <a:pt x="48001" y="1883219"/>
                  </a:lnTo>
                  <a:lnTo>
                    <a:pt x="27001" y="1924351"/>
                  </a:lnTo>
                  <a:lnTo>
                    <a:pt x="12000" y="1967575"/>
                  </a:lnTo>
                  <a:lnTo>
                    <a:pt x="3000" y="2012195"/>
                  </a:lnTo>
                  <a:lnTo>
                    <a:pt x="0" y="2057512"/>
                  </a:lnTo>
                  <a:lnTo>
                    <a:pt x="3000" y="2102829"/>
                  </a:lnTo>
                  <a:lnTo>
                    <a:pt x="12000" y="2147448"/>
                  </a:lnTo>
                  <a:lnTo>
                    <a:pt x="27001" y="2190673"/>
                  </a:lnTo>
                  <a:lnTo>
                    <a:pt x="48001" y="2231806"/>
                  </a:lnTo>
                  <a:lnTo>
                    <a:pt x="617822" y="3217320"/>
                  </a:lnTo>
                  <a:lnTo>
                    <a:pt x="910433" y="3723395"/>
                  </a:lnTo>
                  <a:lnTo>
                    <a:pt x="1018237" y="3909844"/>
                  </a:lnTo>
                  <a:lnTo>
                    <a:pt x="1059964" y="3975885"/>
                  </a:lnTo>
                  <a:lnTo>
                    <a:pt x="1090640" y="4011006"/>
                  </a:lnTo>
                  <a:lnTo>
                    <a:pt x="1125216" y="4041544"/>
                  </a:lnTo>
                  <a:lnTo>
                    <a:pt x="1163242" y="4067200"/>
                  </a:lnTo>
                  <a:lnTo>
                    <a:pt x="1204269" y="4087675"/>
                  </a:lnTo>
                  <a:lnTo>
                    <a:pt x="1247845" y="4102670"/>
                  </a:lnTo>
                  <a:lnTo>
                    <a:pt x="1293522" y="4111886"/>
                  </a:lnTo>
                  <a:lnTo>
                    <a:pt x="1340849" y="4115025"/>
                  </a:lnTo>
                  <a:lnTo>
                    <a:pt x="2482958" y="4115025"/>
                  </a:lnTo>
                  <a:lnTo>
                    <a:pt x="3069446" y="4115025"/>
                  </a:lnTo>
                  <a:lnTo>
                    <a:pt x="3285521" y="4115025"/>
                  </a:lnTo>
                  <a:lnTo>
                    <a:pt x="3316389" y="4115025"/>
                  </a:lnTo>
                  <a:lnTo>
                    <a:pt x="3362482" y="4111886"/>
                  </a:lnTo>
                  <a:lnTo>
                    <a:pt x="3407526" y="4102670"/>
                  </a:lnTo>
                  <a:lnTo>
                    <a:pt x="3450869" y="4087675"/>
                  </a:lnTo>
                  <a:lnTo>
                    <a:pt x="3491862" y="4067200"/>
                  </a:lnTo>
                  <a:lnTo>
                    <a:pt x="3529855" y="4041544"/>
                  </a:lnTo>
                  <a:lnTo>
                    <a:pt x="3564198" y="4011006"/>
                  </a:lnTo>
                  <a:lnTo>
                    <a:pt x="3594241" y="3975885"/>
                  </a:lnTo>
                  <a:lnTo>
                    <a:pt x="3619334" y="3936480"/>
                  </a:lnTo>
                  <a:lnTo>
                    <a:pt x="4191622" y="2950965"/>
                  </a:lnTo>
                  <a:lnTo>
                    <a:pt x="4485499" y="2444890"/>
                  </a:lnTo>
                  <a:lnTo>
                    <a:pt x="4593770" y="2258441"/>
                  </a:lnTo>
                  <a:lnTo>
                    <a:pt x="4609237" y="2231806"/>
                  </a:lnTo>
                  <a:lnTo>
                    <a:pt x="4630238" y="2190673"/>
                  </a:lnTo>
                  <a:lnTo>
                    <a:pt x="4645238" y="2147448"/>
                  </a:lnTo>
                  <a:lnTo>
                    <a:pt x="4654238" y="2102829"/>
                  </a:lnTo>
                  <a:lnTo>
                    <a:pt x="4657238" y="2057512"/>
                  </a:lnTo>
                  <a:lnTo>
                    <a:pt x="4654238" y="2012195"/>
                  </a:lnTo>
                  <a:lnTo>
                    <a:pt x="4645238" y="1967575"/>
                  </a:lnTo>
                  <a:lnTo>
                    <a:pt x="4630238" y="1924351"/>
                  </a:lnTo>
                  <a:lnTo>
                    <a:pt x="4609237" y="1883219"/>
                  </a:lnTo>
                  <a:lnTo>
                    <a:pt x="4036949" y="897704"/>
                  </a:lnTo>
                  <a:lnTo>
                    <a:pt x="3743072" y="391628"/>
                  </a:lnTo>
                  <a:lnTo>
                    <a:pt x="3634801" y="205180"/>
                  </a:lnTo>
                  <a:lnTo>
                    <a:pt x="3619334" y="178544"/>
                  </a:lnTo>
                  <a:lnTo>
                    <a:pt x="3594241" y="139139"/>
                  </a:lnTo>
                  <a:lnTo>
                    <a:pt x="3564198" y="104018"/>
                  </a:lnTo>
                  <a:lnTo>
                    <a:pt x="3529855" y="73480"/>
                  </a:lnTo>
                  <a:lnTo>
                    <a:pt x="3491862" y="47824"/>
                  </a:lnTo>
                  <a:lnTo>
                    <a:pt x="3450869" y="27349"/>
                  </a:lnTo>
                  <a:lnTo>
                    <a:pt x="3407526" y="12354"/>
                  </a:lnTo>
                  <a:lnTo>
                    <a:pt x="3362482" y="3138"/>
                  </a:lnTo>
                  <a:lnTo>
                    <a:pt x="3316389" y="0"/>
                  </a:lnTo>
                  <a:close/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365674" y="2942335"/>
            <a:ext cx="4993005" cy="295783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241300" marR="342265" indent="-228600">
              <a:lnSpc>
                <a:spcPct val="91300"/>
              </a:lnSpc>
              <a:spcBef>
                <a:spcPts val="25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500">
                <a:latin typeface="Calibri"/>
                <a:cs typeface="Calibri"/>
              </a:rPr>
              <a:t>A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distinct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problem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is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that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there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does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not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seem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to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be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 spc="-25">
                <a:latin typeface="Calibri"/>
                <a:cs typeface="Calibri"/>
              </a:rPr>
              <a:t>an </a:t>
            </a:r>
            <a:r>
              <a:rPr dirty="0" sz="1500">
                <a:latin typeface="Calibri"/>
                <a:cs typeface="Calibri"/>
              </a:rPr>
              <a:t>intelligible</a:t>
            </a:r>
            <a:r>
              <a:rPr dirty="0" sz="1500" spc="-5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pattern</a:t>
            </a:r>
            <a:r>
              <a:rPr dirty="0" sz="1500" spc="-5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relating</a:t>
            </a:r>
            <a:r>
              <a:rPr dirty="0" sz="1500" spc="-5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50">
                <a:latin typeface="Calibri"/>
                <a:cs typeface="Calibri"/>
              </a:rPr>
              <a:t> </a:t>
            </a:r>
            <a:r>
              <a:rPr dirty="0" sz="1500" spc="-10" i="1">
                <a:latin typeface="Calibri"/>
                <a:cs typeface="Calibri"/>
              </a:rPr>
              <a:t>contents</a:t>
            </a:r>
            <a:r>
              <a:rPr dirty="0" sz="1500" spc="-50" i="1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5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consciousness </a:t>
            </a:r>
            <a:r>
              <a:rPr dirty="0" sz="1500">
                <a:latin typeface="Calibri"/>
                <a:cs typeface="Calibri"/>
              </a:rPr>
              <a:t>with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physical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structures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that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underpin</a:t>
            </a:r>
            <a:r>
              <a:rPr dirty="0" sz="1500" spc="-25">
                <a:latin typeface="Calibri"/>
                <a:cs typeface="Calibri"/>
              </a:rPr>
              <a:t> it.</a:t>
            </a:r>
            <a:endParaRPr sz="1500">
              <a:latin typeface="Calibri"/>
              <a:cs typeface="Calibri"/>
            </a:endParaRPr>
          </a:p>
          <a:p>
            <a:pPr lvl="1" marL="698500" marR="518159" indent="-228600">
              <a:lnSpc>
                <a:spcPts val="1580"/>
              </a:lnSpc>
              <a:spcBef>
                <a:spcPts val="55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00">
                <a:latin typeface="Calibri"/>
                <a:cs typeface="Calibri"/>
              </a:rPr>
              <a:t>There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is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nothing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“pain-</a:t>
            </a:r>
            <a:r>
              <a:rPr dirty="0" sz="1500">
                <a:latin typeface="Calibri"/>
                <a:cs typeface="Calibri"/>
              </a:rPr>
              <a:t>y”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about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neurons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 spc="-20">
                <a:latin typeface="Calibri"/>
                <a:cs typeface="Calibri"/>
              </a:rPr>
              <a:t>that </a:t>
            </a:r>
            <a:r>
              <a:rPr dirty="0" sz="1500">
                <a:latin typeface="Calibri"/>
                <a:cs typeface="Calibri"/>
              </a:rPr>
              <a:t>underpin</a:t>
            </a:r>
            <a:r>
              <a:rPr dirty="0" sz="1500" spc="-55">
                <a:latin typeface="Calibri"/>
                <a:cs typeface="Calibri"/>
              </a:rPr>
              <a:t> </a:t>
            </a:r>
            <a:r>
              <a:rPr dirty="0" sz="1500" spc="-20">
                <a:latin typeface="Calibri"/>
                <a:cs typeface="Calibri"/>
              </a:rPr>
              <a:t>pain</a:t>
            </a:r>
            <a:endParaRPr sz="1500">
              <a:latin typeface="Calibri"/>
              <a:cs typeface="Calibri"/>
            </a:endParaRPr>
          </a:p>
          <a:p>
            <a:pPr lvl="1" marL="698500" marR="5080" indent="-228600">
              <a:lnSpc>
                <a:spcPts val="1580"/>
              </a:lnSpc>
              <a:spcBef>
                <a:spcPts val="53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00">
                <a:latin typeface="Calibri"/>
                <a:cs typeface="Calibri"/>
              </a:rPr>
              <a:t>Nothing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 spc="-20">
                <a:latin typeface="Calibri"/>
                <a:cs typeface="Calibri"/>
              </a:rPr>
              <a:t>green-</a:t>
            </a:r>
            <a:r>
              <a:rPr dirty="0" sz="1500">
                <a:latin typeface="Calibri"/>
                <a:cs typeface="Calibri"/>
              </a:rPr>
              <a:t>y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about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neurons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that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undermine</a:t>
            </a:r>
            <a:r>
              <a:rPr dirty="0" sz="1500" spc="-25">
                <a:latin typeface="Calibri"/>
                <a:cs typeface="Calibri"/>
              </a:rPr>
              <a:t> the </a:t>
            </a:r>
            <a:r>
              <a:rPr dirty="0" sz="1500" spc="-10">
                <a:latin typeface="Calibri"/>
                <a:cs typeface="Calibri"/>
              </a:rPr>
              <a:t>experience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 </a:t>
            </a:r>
            <a:r>
              <a:rPr dirty="0" sz="1500" spc="-20">
                <a:latin typeface="Calibri"/>
                <a:cs typeface="Calibri"/>
              </a:rPr>
              <a:t>green</a:t>
            </a:r>
            <a:endParaRPr sz="1500">
              <a:latin typeface="Calibri"/>
              <a:cs typeface="Calibri"/>
            </a:endParaRPr>
          </a:p>
          <a:p>
            <a:pPr lvl="1" marL="697865" indent="-227965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500" spc="-20">
                <a:latin typeface="Calibri"/>
                <a:cs typeface="Calibri"/>
              </a:rPr>
              <a:t>Etc.</a:t>
            </a:r>
            <a:endParaRPr sz="1500">
              <a:latin typeface="Calibri"/>
              <a:cs typeface="Calibri"/>
            </a:endParaRPr>
          </a:p>
          <a:p>
            <a:pPr marL="241300" marR="70485" indent="-228600">
              <a:lnSpc>
                <a:spcPts val="161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500">
                <a:latin typeface="Calibri"/>
                <a:cs typeface="Calibri"/>
              </a:rPr>
              <a:t>I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said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we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need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to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extrapolate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pattern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from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human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 spc="-20">
                <a:latin typeface="Calibri"/>
                <a:cs typeface="Calibri"/>
              </a:rPr>
              <a:t>case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there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may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be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more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than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one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pattern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that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fits.</a:t>
            </a:r>
            <a:endParaRPr sz="1500">
              <a:latin typeface="Calibri"/>
              <a:cs typeface="Calibri"/>
            </a:endParaRPr>
          </a:p>
          <a:p>
            <a:pPr marL="241300" marR="300355" indent="-228600">
              <a:lnSpc>
                <a:spcPts val="161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500">
                <a:latin typeface="Calibri"/>
                <a:cs typeface="Calibri"/>
              </a:rPr>
              <a:t>I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believe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there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is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in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fact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no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intelligible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pattern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that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fits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 spc="-25">
                <a:latin typeface="Calibri"/>
                <a:cs typeface="Calibri"/>
              </a:rPr>
              <a:t>the </a:t>
            </a:r>
            <a:r>
              <a:rPr dirty="0" sz="1500" spc="-10">
                <a:latin typeface="Calibri"/>
                <a:cs typeface="Calibri"/>
              </a:rPr>
              <a:t>contents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10">
                <a:latin typeface="Calibri"/>
                <a:cs typeface="Calibri"/>
              </a:rPr>
              <a:t> consciousness!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20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"/>
            <a:ext cx="11766550" cy="2061845"/>
          </a:xfrm>
          <a:custGeom>
            <a:avLst/>
            <a:gdLst/>
            <a:ahLst/>
            <a:cxnLst/>
            <a:rect l="l" t="t" r="r" b="b"/>
            <a:pathLst>
              <a:path w="11766550" h="2061845">
                <a:moveTo>
                  <a:pt x="11766175" y="0"/>
                </a:moveTo>
                <a:lnTo>
                  <a:pt x="0" y="0"/>
                </a:lnTo>
                <a:lnTo>
                  <a:pt x="0" y="1958247"/>
                </a:lnTo>
                <a:lnTo>
                  <a:pt x="2589" y="1957753"/>
                </a:lnTo>
                <a:lnTo>
                  <a:pt x="9650" y="1958372"/>
                </a:lnTo>
                <a:lnTo>
                  <a:pt x="16230" y="1960218"/>
                </a:lnTo>
                <a:lnTo>
                  <a:pt x="22279" y="1963470"/>
                </a:lnTo>
                <a:lnTo>
                  <a:pt x="27749" y="1968313"/>
                </a:lnTo>
                <a:lnTo>
                  <a:pt x="39541" y="1952194"/>
                </a:lnTo>
                <a:lnTo>
                  <a:pt x="91234" y="1963638"/>
                </a:lnTo>
                <a:lnTo>
                  <a:pt x="111233" y="1949764"/>
                </a:lnTo>
                <a:lnTo>
                  <a:pt x="156904" y="1929502"/>
                </a:lnTo>
                <a:lnTo>
                  <a:pt x="199072" y="1917642"/>
                </a:lnTo>
                <a:lnTo>
                  <a:pt x="239224" y="1908197"/>
                </a:lnTo>
                <a:lnTo>
                  <a:pt x="278847" y="1895177"/>
                </a:lnTo>
                <a:lnTo>
                  <a:pt x="309463" y="1893526"/>
                </a:lnTo>
                <a:lnTo>
                  <a:pt x="334754" y="1897056"/>
                </a:lnTo>
                <a:lnTo>
                  <a:pt x="360786" y="1902894"/>
                </a:lnTo>
                <a:lnTo>
                  <a:pt x="393622" y="1908164"/>
                </a:lnTo>
                <a:lnTo>
                  <a:pt x="470173" y="1890404"/>
                </a:lnTo>
                <a:lnTo>
                  <a:pt x="519283" y="1884383"/>
                </a:lnTo>
                <a:lnTo>
                  <a:pt x="572429" y="1887683"/>
                </a:lnTo>
                <a:lnTo>
                  <a:pt x="611818" y="1886055"/>
                </a:lnTo>
                <a:lnTo>
                  <a:pt x="658301" y="1880747"/>
                </a:lnTo>
                <a:lnTo>
                  <a:pt x="701696" y="1876159"/>
                </a:lnTo>
                <a:lnTo>
                  <a:pt x="731823" y="1876689"/>
                </a:lnTo>
                <a:lnTo>
                  <a:pt x="754345" y="1870918"/>
                </a:lnTo>
                <a:lnTo>
                  <a:pt x="780797" y="1872239"/>
                </a:lnTo>
                <a:lnTo>
                  <a:pt x="809191" y="1876962"/>
                </a:lnTo>
                <a:lnTo>
                  <a:pt x="837538" y="1881395"/>
                </a:lnTo>
                <a:lnTo>
                  <a:pt x="878091" y="1891405"/>
                </a:lnTo>
                <a:lnTo>
                  <a:pt x="906835" y="1891614"/>
                </a:lnTo>
                <a:lnTo>
                  <a:pt x="933007" y="1887843"/>
                </a:lnTo>
                <a:lnTo>
                  <a:pt x="965845" y="1885915"/>
                </a:lnTo>
                <a:lnTo>
                  <a:pt x="1010563" y="1877677"/>
                </a:lnTo>
                <a:lnTo>
                  <a:pt x="1041214" y="1868605"/>
                </a:lnTo>
                <a:lnTo>
                  <a:pt x="1063665" y="1862287"/>
                </a:lnTo>
                <a:lnTo>
                  <a:pt x="1083787" y="1862310"/>
                </a:lnTo>
                <a:lnTo>
                  <a:pt x="1118033" y="1854432"/>
                </a:lnTo>
                <a:lnTo>
                  <a:pt x="1152004" y="1855643"/>
                </a:lnTo>
                <a:lnTo>
                  <a:pt x="1186927" y="1860935"/>
                </a:lnTo>
                <a:lnTo>
                  <a:pt x="1224031" y="1865304"/>
                </a:lnTo>
                <a:lnTo>
                  <a:pt x="1230709" y="1871650"/>
                </a:lnTo>
                <a:lnTo>
                  <a:pt x="1244097" y="1869681"/>
                </a:lnTo>
                <a:lnTo>
                  <a:pt x="1270292" y="1859796"/>
                </a:lnTo>
                <a:lnTo>
                  <a:pt x="1279971" y="1865277"/>
                </a:lnTo>
                <a:lnTo>
                  <a:pt x="1304110" y="1867061"/>
                </a:lnTo>
                <a:lnTo>
                  <a:pt x="1330391" y="1865633"/>
                </a:lnTo>
                <a:lnTo>
                  <a:pt x="1346498" y="1861477"/>
                </a:lnTo>
                <a:lnTo>
                  <a:pt x="1375690" y="1866426"/>
                </a:lnTo>
                <a:lnTo>
                  <a:pt x="1402249" y="1877960"/>
                </a:lnTo>
                <a:lnTo>
                  <a:pt x="1435084" y="1893290"/>
                </a:lnTo>
                <a:lnTo>
                  <a:pt x="1483103" y="1909629"/>
                </a:lnTo>
                <a:lnTo>
                  <a:pt x="1519615" y="1913531"/>
                </a:lnTo>
                <a:lnTo>
                  <a:pt x="1539351" y="1923914"/>
                </a:lnTo>
                <a:lnTo>
                  <a:pt x="1552670" y="1933423"/>
                </a:lnTo>
                <a:lnTo>
                  <a:pt x="1569930" y="1934707"/>
                </a:lnTo>
                <a:lnTo>
                  <a:pt x="1621544" y="1947657"/>
                </a:lnTo>
                <a:lnTo>
                  <a:pt x="1666305" y="1964915"/>
                </a:lnTo>
                <a:lnTo>
                  <a:pt x="1711269" y="1976287"/>
                </a:lnTo>
                <a:lnTo>
                  <a:pt x="1763487" y="1971583"/>
                </a:lnTo>
                <a:lnTo>
                  <a:pt x="1814939" y="1980893"/>
                </a:lnTo>
                <a:lnTo>
                  <a:pt x="1863107" y="1991765"/>
                </a:lnTo>
                <a:lnTo>
                  <a:pt x="1909809" y="1999811"/>
                </a:lnTo>
                <a:lnTo>
                  <a:pt x="1956861" y="2000642"/>
                </a:lnTo>
                <a:lnTo>
                  <a:pt x="1973107" y="2011446"/>
                </a:lnTo>
                <a:lnTo>
                  <a:pt x="1990021" y="2017337"/>
                </a:lnTo>
                <a:lnTo>
                  <a:pt x="2008068" y="2016606"/>
                </a:lnTo>
                <a:lnTo>
                  <a:pt x="2027716" y="2007543"/>
                </a:lnTo>
                <a:lnTo>
                  <a:pt x="2067722" y="2020807"/>
                </a:lnTo>
                <a:lnTo>
                  <a:pt x="2095557" y="2034156"/>
                </a:lnTo>
                <a:lnTo>
                  <a:pt x="2120118" y="2041261"/>
                </a:lnTo>
                <a:lnTo>
                  <a:pt x="2150300" y="2035796"/>
                </a:lnTo>
                <a:lnTo>
                  <a:pt x="2172910" y="2040602"/>
                </a:lnTo>
                <a:lnTo>
                  <a:pt x="2206832" y="2049711"/>
                </a:lnTo>
                <a:lnTo>
                  <a:pt x="2221652" y="2052321"/>
                </a:lnTo>
                <a:lnTo>
                  <a:pt x="2233876" y="2052094"/>
                </a:lnTo>
                <a:lnTo>
                  <a:pt x="2243308" y="2049826"/>
                </a:lnTo>
                <a:lnTo>
                  <a:pt x="2254041" y="2047752"/>
                </a:lnTo>
                <a:lnTo>
                  <a:pt x="2270170" y="2048109"/>
                </a:lnTo>
                <a:lnTo>
                  <a:pt x="2300783" y="2050597"/>
                </a:lnTo>
                <a:lnTo>
                  <a:pt x="2331736" y="2052632"/>
                </a:lnTo>
                <a:lnTo>
                  <a:pt x="2362418" y="2055837"/>
                </a:lnTo>
                <a:lnTo>
                  <a:pt x="2392218" y="2061837"/>
                </a:lnTo>
                <a:lnTo>
                  <a:pt x="2419690" y="2044483"/>
                </a:lnTo>
                <a:lnTo>
                  <a:pt x="2437588" y="2040834"/>
                </a:lnTo>
                <a:lnTo>
                  <a:pt x="2455399" y="2043253"/>
                </a:lnTo>
                <a:lnTo>
                  <a:pt x="2482607" y="2044108"/>
                </a:lnTo>
                <a:lnTo>
                  <a:pt x="2507856" y="2037826"/>
                </a:lnTo>
                <a:lnTo>
                  <a:pt x="2539322" y="2037009"/>
                </a:lnTo>
                <a:lnTo>
                  <a:pt x="2568405" y="2042535"/>
                </a:lnTo>
                <a:lnTo>
                  <a:pt x="2586507" y="2055282"/>
                </a:lnTo>
                <a:lnTo>
                  <a:pt x="2631916" y="2051091"/>
                </a:lnTo>
                <a:lnTo>
                  <a:pt x="2732444" y="2050906"/>
                </a:lnTo>
                <a:lnTo>
                  <a:pt x="2797309" y="2046658"/>
                </a:lnTo>
                <a:lnTo>
                  <a:pt x="2837773" y="2043462"/>
                </a:lnTo>
                <a:lnTo>
                  <a:pt x="2864132" y="2046350"/>
                </a:lnTo>
                <a:lnTo>
                  <a:pt x="2886899" y="2047651"/>
                </a:lnTo>
                <a:lnTo>
                  <a:pt x="2916588" y="2039691"/>
                </a:lnTo>
                <a:lnTo>
                  <a:pt x="2963712" y="2014800"/>
                </a:lnTo>
                <a:lnTo>
                  <a:pt x="2980017" y="2006874"/>
                </a:lnTo>
                <a:lnTo>
                  <a:pt x="2997983" y="2007540"/>
                </a:lnTo>
                <a:lnTo>
                  <a:pt x="3018330" y="2011498"/>
                </a:lnTo>
                <a:lnTo>
                  <a:pt x="3041775" y="2013450"/>
                </a:lnTo>
                <a:lnTo>
                  <a:pt x="3165581" y="2008263"/>
                </a:lnTo>
                <a:lnTo>
                  <a:pt x="3212601" y="2007494"/>
                </a:lnTo>
                <a:lnTo>
                  <a:pt x="3242857" y="2004837"/>
                </a:lnTo>
                <a:lnTo>
                  <a:pt x="3264133" y="2001055"/>
                </a:lnTo>
                <a:lnTo>
                  <a:pt x="3284211" y="1996908"/>
                </a:lnTo>
                <a:lnTo>
                  <a:pt x="3311468" y="2002672"/>
                </a:lnTo>
                <a:lnTo>
                  <a:pt x="3340503" y="2008450"/>
                </a:lnTo>
                <a:lnTo>
                  <a:pt x="3354077" y="2012110"/>
                </a:lnTo>
                <a:lnTo>
                  <a:pt x="3400327" y="2017478"/>
                </a:lnTo>
                <a:lnTo>
                  <a:pt x="3454323" y="2028920"/>
                </a:lnTo>
                <a:lnTo>
                  <a:pt x="3467462" y="2012800"/>
                </a:lnTo>
                <a:lnTo>
                  <a:pt x="3481141" y="2014959"/>
                </a:lnTo>
                <a:lnTo>
                  <a:pt x="3498739" y="2023354"/>
                </a:lnTo>
                <a:lnTo>
                  <a:pt x="3523634" y="2025942"/>
                </a:lnTo>
                <a:lnTo>
                  <a:pt x="3572556" y="2020003"/>
                </a:lnTo>
                <a:lnTo>
                  <a:pt x="3594021" y="2014267"/>
                </a:lnTo>
                <a:lnTo>
                  <a:pt x="3622672" y="2010212"/>
                </a:lnTo>
                <a:lnTo>
                  <a:pt x="3653607" y="2005480"/>
                </a:lnTo>
                <a:lnTo>
                  <a:pt x="3681923" y="1997716"/>
                </a:lnTo>
                <a:lnTo>
                  <a:pt x="3708964" y="1985318"/>
                </a:lnTo>
                <a:lnTo>
                  <a:pt x="3725679" y="1977051"/>
                </a:lnTo>
                <a:lnTo>
                  <a:pt x="3742279" y="1972089"/>
                </a:lnTo>
                <a:lnTo>
                  <a:pt x="3768970" y="1969603"/>
                </a:lnTo>
                <a:lnTo>
                  <a:pt x="3787175" y="1964330"/>
                </a:lnTo>
                <a:lnTo>
                  <a:pt x="3801469" y="1964578"/>
                </a:lnTo>
                <a:lnTo>
                  <a:pt x="3812484" y="1963039"/>
                </a:lnTo>
                <a:lnTo>
                  <a:pt x="3820854" y="1952405"/>
                </a:lnTo>
                <a:lnTo>
                  <a:pt x="3871063" y="1968261"/>
                </a:lnTo>
                <a:lnTo>
                  <a:pt x="3900678" y="1974354"/>
                </a:lnTo>
                <a:lnTo>
                  <a:pt x="3919107" y="1974089"/>
                </a:lnTo>
                <a:lnTo>
                  <a:pt x="3935758" y="1970871"/>
                </a:lnTo>
                <a:lnTo>
                  <a:pt x="3960039" y="1968103"/>
                </a:lnTo>
                <a:lnTo>
                  <a:pt x="4001357" y="1969190"/>
                </a:lnTo>
                <a:lnTo>
                  <a:pt x="4055764" y="1970949"/>
                </a:lnTo>
                <a:lnTo>
                  <a:pt x="4113702" y="1969301"/>
                </a:lnTo>
                <a:lnTo>
                  <a:pt x="4170537" y="1965869"/>
                </a:lnTo>
                <a:lnTo>
                  <a:pt x="4221634" y="1962275"/>
                </a:lnTo>
                <a:lnTo>
                  <a:pt x="4262358" y="1960142"/>
                </a:lnTo>
                <a:lnTo>
                  <a:pt x="4298300" y="1960183"/>
                </a:lnTo>
                <a:lnTo>
                  <a:pt x="4336043" y="1962043"/>
                </a:lnTo>
                <a:lnTo>
                  <a:pt x="4341280" y="1960571"/>
                </a:lnTo>
                <a:lnTo>
                  <a:pt x="4390413" y="1958065"/>
                </a:lnTo>
                <a:lnTo>
                  <a:pt x="4429705" y="1955661"/>
                </a:lnTo>
                <a:lnTo>
                  <a:pt x="4459750" y="1952508"/>
                </a:lnTo>
                <a:lnTo>
                  <a:pt x="4481142" y="1947753"/>
                </a:lnTo>
                <a:lnTo>
                  <a:pt x="4527689" y="1942337"/>
                </a:lnTo>
                <a:lnTo>
                  <a:pt x="4557889" y="1939570"/>
                </a:lnTo>
                <a:lnTo>
                  <a:pt x="4579957" y="1938669"/>
                </a:lnTo>
                <a:lnTo>
                  <a:pt x="4602105" y="1938851"/>
                </a:lnTo>
                <a:lnTo>
                  <a:pt x="4628850" y="1932046"/>
                </a:lnTo>
                <a:lnTo>
                  <a:pt x="4657086" y="1928809"/>
                </a:lnTo>
                <a:lnTo>
                  <a:pt x="4687508" y="1923439"/>
                </a:lnTo>
                <a:lnTo>
                  <a:pt x="4720809" y="1910236"/>
                </a:lnTo>
                <a:lnTo>
                  <a:pt x="4736652" y="1902712"/>
                </a:lnTo>
                <a:lnTo>
                  <a:pt x="4754555" y="1903312"/>
                </a:lnTo>
                <a:lnTo>
                  <a:pt x="4771374" y="1902894"/>
                </a:lnTo>
                <a:lnTo>
                  <a:pt x="4783965" y="1892313"/>
                </a:lnTo>
                <a:lnTo>
                  <a:pt x="4791674" y="1881254"/>
                </a:lnTo>
                <a:lnTo>
                  <a:pt x="4802543" y="1876671"/>
                </a:lnTo>
                <a:lnTo>
                  <a:pt x="4815152" y="1875064"/>
                </a:lnTo>
                <a:lnTo>
                  <a:pt x="4828080" y="1872931"/>
                </a:lnTo>
                <a:lnTo>
                  <a:pt x="4856346" y="1861716"/>
                </a:lnTo>
                <a:lnTo>
                  <a:pt x="4905802" y="1856756"/>
                </a:lnTo>
                <a:lnTo>
                  <a:pt x="4957354" y="1857072"/>
                </a:lnTo>
                <a:lnTo>
                  <a:pt x="4991903" y="1861684"/>
                </a:lnTo>
                <a:lnTo>
                  <a:pt x="5040398" y="1856097"/>
                </a:lnTo>
                <a:lnTo>
                  <a:pt x="5118833" y="1851293"/>
                </a:lnTo>
                <a:lnTo>
                  <a:pt x="5156960" y="1846748"/>
                </a:lnTo>
                <a:lnTo>
                  <a:pt x="5168740" y="1846994"/>
                </a:lnTo>
                <a:lnTo>
                  <a:pt x="5179778" y="1846077"/>
                </a:lnTo>
                <a:lnTo>
                  <a:pt x="5190145" y="1844121"/>
                </a:lnTo>
                <a:lnTo>
                  <a:pt x="5214119" y="1836850"/>
                </a:lnTo>
                <a:lnTo>
                  <a:pt x="5240843" y="1839911"/>
                </a:lnTo>
                <a:lnTo>
                  <a:pt x="5255051" y="1835514"/>
                </a:lnTo>
                <a:lnTo>
                  <a:pt x="5340615" y="1830544"/>
                </a:lnTo>
                <a:lnTo>
                  <a:pt x="5360765" y="1828340"/>
                </a:lnTo>
                <a:lnTo>
                  <a:pt x="5408617" y="1822348"/>
                </a:lnTo>
                <a:lnTo>
                  <a:pt x="5450783" y="1827293"/>
                </a:lnTo>
                <a:lnTo>
                  <a:pt x="5499423" y="1827753"/>
                </a:lnTo>
                <a:lnTo>
                  <a:pt x="5552929" y="1824485"/>
                </a:lnTo>
                <a:lnTo>
                  <a:pt x="5609690" y="1818249"/>
                </a:lnTo>
                <a:lnTo>
                  <a:pt x="5668095" y="1809802"/>
                </a:lnTo>
                <a:lnTo>
                  <a:pt x="5726537" y="1799902"/>
                </a:lnTo>
                <a:lnTo>
                  <a:pt x="5783403" y="1789310"/>
                </a:lnTo>
                <a:lnTo>
                  <a:pt x="5885973" y="1769077"/>
                </a:lnTo>
                <a:lnTo>
                  <a:pt x="5928457" y="1760955"/>
                </a:lnTo>
                <a:lnTo>
                  <a:pt x="5962926" y="1755173"/>
                </a:lnTo>
                <a:lnTo>
                  <a:pt x="5988067" y="1743757"/>
                </a:lnTo>
                <a:lnTo>
                  <a:pt x="6002419" y="1740301"/>
                </a:lnTo>
                <a:lnTo>
                  <a:pt x="6032621" y="1742325"/>
                </a:lnTo>
                <a:lnTo>
                  <a:pt x="6079852" y="1752961"/>
                </a:lnTo>
                <a:lnTo>
                  <a:pt x="6120685" y="1752128"/>
                </a:lnTo>
                <a:lnTo>
                  <a:pt x="6157832" y="1745021"/>
                </a:lnTo>
                <a:lnTo>
                  <a:pt x="6194007" y="1736837"/>
                </a:lnTo>
                <a:lnTo>
                  <a:pt x="6231922" y="1732769"/>
                </a:lnTo>
                <a:lnTo>
                  <a:pt x="6274290" y="1738014"/>
                </a:lnTo>
                <a:lnTo>
                  <a:pt x="6292092" y="1735051"/>
                </a:lnTo>
                <a:lnTo>
                  <a:pt x="6309804" y="1733085"/>
                </a:lnTo>
                <a:lnTo>
                  <a:pt x="6327414" y="1731913"/>
                </a:lnTo>
                <a:lnTo>
                  <a:pt x="6344911" y="1731328"/>
                </a:lnTo>
                <a:lnTo>
                  <a:pt x="6402862" y="1730870"/>
                </a:lnTo>
                <a:lnTo>
                  <a:pt x="6417909" y="1735893"/>
                </a:lnTo>
                <a:lnTo>
                  <a:pt x="6434181" y="1742898"/>
                </a:lnTo>
                <a:lnTo>
                  <a:pt x="6481277" y="1740542"/>
                </a:lnTo>
                <a:lnTo>
                  <a:pt x="6492429" y="1731590"/>
                </a:lnTo>
                <a:lnTo>
                  <a:pt x="6507199" y="1733943"/>
                </a:lnTo>
                <a:lnTo>
                  <a:pt x="6521971" y="1731645"/>
                </a:lnTo>
                <a:lnTo>
                  <a:pt x="6575567" y="1721901"/>
                </a:lnTo>
                <a:lnTo>
                  <a:pt x="6582112" y="1722682"/>
                </a:lnTo>
                <a:lnTo>
                  <a:pt x="6587851" y="1719685"/>
                </a:lnTo>
                <a:lnTo>
                  <a:pt x="6595713" y="1721996"/>
                </a:lnTo>
                <a:lnTo>
                  <a:pt x="6598960" y="1719451"/>
                </a:lnTo>
                <a:lnTo>
                  <a:pt x="6638641" y="1725437"/>
                </a:lnTo>
                <a:lnTo>
                  <a:pt x="6660869" y="1727031"/>
                </a:lnTo>
                <a:lnTo>
                  <a:pt x="6705017" y="1736178"/>
                </a:lnTo>
                <a:lnTo>
                  <a:pt x="6712939" y="1732254"/>
                </a:lnTo>
                <a:lnTo>
                  <a:pt x="6778999" y="1737277"/>
                </a:lnTo>
                <a:lnTo>
                  <a:pt x="6779748" y="1734668"/>
                </a:lnTo>
                <a:lnTo>
                  <a:pt x="6797516" y="1724482"/>
                </a:lnTo>
                <a:lnTo>
                  <a:pt x="6802930" y="1724658"/>
                </a:lnTo>
                <a:lnTo>
                  <a:pt x="6835922" y="1720746"/>
                </a:lnTo>
                <a:lnTo>
                  <a:pt x="6850052" y="1713430"/>
                </a:lnTo>
                <a:lnTo>
                  <a:pt x="6866971" y="1710044"/>
                </a:lnTo>
                <a:lnTo>
                  <a:pt x="6908330" y="1717922"/>
                </a:lnTo>
                <a:lnTo>
                  <a:pt x="6915849" y="1711532"/>
                </a:lnTo>
                <a:lnTo>
                  <a:pt x="6924257" y="1708417"/>
                </a:lnTo>
                <a:lnTo>
                  <a:pt x="6934111" y="1708135"/>
                </a:lnTo>
                <a:lnTo>
                  <a:pt x="6945970" y="1710244"/>
                </a:lnTo>
                <a:lnTo>
                  <a:pt x="6964980" y="1705998"/>
                </a:lnTo>
                <a:lnTo>
                  <a:pt x="6977756" y="1698353"/>
                </a:lnTo>
                <a:lnTo>
                  <a:pt x="6990400" y="1693518"/>
                </a:lnTo>
                <a:lnTo>
                  <a:pt x="7009016" y="1697704"/>
                </a:lnTo>
                <a:lnTo>
                  <a:pt x="7016367" y="1690314"/>
                </a:lnTo>
                <a:lnTo>
                  <a:pt x="7036251" y="1686559"/>
                </a:lnTo>
                <a:lnTo>
                  <a:pt x="7054441" y="1682778"/>
                </a:lnTo>
                <a:lnTo>
                  <a:pt x="7056710" y="1675312"/>
                </a:lnTo>
                <a:lnTo>
                  <a:pt x="7071110" y="1670333"/>
                </a:lnTo>
                <a:lnTo>
                  <a:pt x="7083056" y="1672014"/>
                </a:lnTo>
                <a:lnTo>
                  <a:pt x="7094952" y="1674014"/>
                </a:lnTo>
                <a:lnTo>
                  <a:pt x="7109203" y="1669991"/>
                </a:lnTo>
                <a:lnTo>
                  <a:pt x="7117346" y="1670882"/>
                </a:lnTo>
                <a:lnTo>
                  <a:pt x="7114080" y="1676462"/>
                </a:lnTo>
                <a:lnTo>
                  <a:pt x="7111241" y="1682707"/>
                </a:lnTo>
                <a:lnTo>
                  <a:pt x="7120663" y="1685593"/>
                </a:lnTo>
                <a:lnTo>
                  <a:pt x="7135365" y="1686477"/>
                </a:lnTo>
                <a:lnTo>
                  <a:pt x="7145444" y="1689906"/>
                </a:lnTo>
                <a:lnTo>
                  <a:pt x="7153346" y="1692352"/>
                </a:lnTo>
                <a:lnTo>
                  <a:pt x="7161517" y="1690289"/>
                </a:lnTo>
                <a:lnTo>
                  <a:pt x="7165569" y="1687849"/>
                </a:lnTo>
                <a:lnTo>
                  <a:pt x="7170425" y="1683028"/>
                </a:lnTo>
                <a:lnTo>
                  <a:pt x="7177053" y="1674432"/>
                </a:lnTo>
                <a:lnTo>
                  <a:pt x="7197743" y="1675571"/>
                </a:lnTo>
                <a:lnTo>
                  <a:pt x="7214944" y="1671139"/>
                </a:lnTo>
                <a:lnTo>
                  <a:pt x="7234606" y="1663659"/>
                </a:lnTo>
                <a:lnTo>
                  <a:pt x="7262677" y="1655654"/>
                </a:lnTo>
                <a:lnTo>
                  <a:pt x="7275971" y="1658950"/>
                </a:lnTo>
                <a:lnTo>
                  <a:pt x="7288423" y="1658454"/>
                </a:lnTo>
                <a:lnTo>
                  <a:pt x="7300300" y="1654939"/>
                </a:lnTo>
                <a:lnTo>
                  <a:pt x="7311872" y="1649175"/>
                </a:lnTo>
                <a:lnTo>
                  <a:pt x="7328216" y="1648432"/>
                </a:lnTo>
                <a:lnTo>
                  <a:pt x="7344418" y="1646613"/>
                </a:lnTo>
                <a:lnTo>
                  <a:pt x="7360617" y="1643961"/>
                </a:lnTo>
                <a:lnTo>
                  <a:pt x="7405381" y="1635006"/>
                </a:lnTo>
                <a:lnTo>
                  <a:pt x="7425325" y="1638496"/>
                </a:lnTo>
                <a:lnTo>
                  <a:pt x="7433530" y="1637781"/>
                </a:lnTo>
                <a:lnTo>
                  <a:pt x="7447780" y="1637959"/>
                </a:lnTo>
                <a:lnTo>
                  <a:pt x="7465658" y="1635732"/>
                </a:lnTo>
                <a:lnTo>
                  <a:pt x="7476155" y="1626556"/>
                </a:lnTo>
                <a:lnTo>
                  <a:pt x="7491291" y="1628089"/>
                </a:lnTo>
                <a:lnTo>
                  <a:pt x="7508521" y="1620403"/>
                </a:lnTo>
                <a:lnTo>
                  <a:pt x="7511327" y="1624383"/>
                </a:lnTo>
                <a:lnTo>
                  <a:pt x="7524969" y="1629699"/>
                </a:lnTo>
                <a:lnTo>
                  <a:pt x="7587623" y="1601210"/>
                </a:lnTo>
                <a:lnTo>
                  <a:pt x="7599429" y="1597052"/>
                </a:lnTo>
                <a:lnTo>
                  <a:pt x="7624283" y="1590325"/>
                </a:lnTo>
                <a:lnTo>
                  <a:pt x="7626267" y="1587947"/>
                </a:lnTo>
                <a:lnTo>
                  <a:pt x="7664593" y="1579980"/>
                </a:lnTo>
                <a:lnTo>
                  <a:pt x="7675794" y="1570668"/>
                </a:lnTo>
                <a:lnTo>
                  <a:pt x="7696304" y="1564473"/>
                </a:lnTo>
                <a:lnTo>
                  <a:pt x="7717085" y="1560602"/>
                </a:lnTo>
                <a:lnTo>
                  <a:pt x="7735915" y="1554824"/>
                </a:lnTo>
                <a:lnTo>
                  <a:pt x="7750569" y="1542907"/>
                </a:lnTo>
                <a:lnTo>
                  <a:pt x="7757839" y="1538156"/>
                </a:lnTo>
                <a:lnTo>
                  <a:pt x="7764814" y="1535767"/>
                </a:lnTo>
                <a:lnTo>
                  <a:pt x="7771568" y="1534855"/>
                </a:lnTo>
                <a:lnTo>
                  <a:pt x="7790275" y="1535652"/>
                </a:lnTo>
                <a:lnTo>
                  <a:pt x="7795181" y="1542563"/>
                </a:lnTo>
                <a:lnTo>
                  <a:pt x="7806834" y="1539373"/>
                </a:lnTo>
                <a:lnTo>
                  <a:pt x="7816253" y="1541631"/>
                </a:lnTo>
                <a:lnTo>
                  <a:pt x="7822370" y="1542845"/>
                </a:lnTo>
                <a:lnTo>
                  <a:pt x="7828494" y="1542901"/>
                </a:lnTo>
                <a:lnTo>
                  <a:pt x="7833803" y="1526053"/>
                </a:lnTo>
                <a:lnTo>
                  <a:pt x="7849993" y="1522733"/>
                </a:lnTo>
                <a:lnTo>
                  <a:pt x="7864417" y="1520959"/>
                </a:lnTo>
                <a:lnTo>
                  <a:pt x="7864428" y="1508752"/>
                </a:lnTo>
                <a:lnTo>
                  <a:pt x="7880286" y="1501582"/>
                </a:lnTo>
                <a:lnTo>
                  <a:pt x="7886149" y="1493451"/>
                </a:lnTo>
                <a:lnTo>
                  <a:pt x="7892903" y="1490704"/>
                </a:lnTo>
                <a:lnTo>
                  <a:pt x="7911435" y="1499685"/>
                </a:lnTo>
                <a:lnTo>
                  <a:pt x="7956692" y="1475468"/>
                </a:lnTo>
                <a:lnTo>
                  <a:pt x="8008386" y="1454075"/>
                </a:lnTo>
                <a:lnTo>
                  <a:pt x="8058213" y="1429925"/>
                </a:lnTo>
                <a:lnTo>
                  <a:pt x="8097866" y="1397436"/>
                </a:lnTo>
                <a:lnTo>
                  <a:pt x="8125201" y="1385587"/>
                </a:lnTo>
                <a:lnTo>
                  <a:pt x="8143138" y="1372889"/>
                </a:lnTo>
                <a:lnTo>
                  <a:pt x="8158866" y="1359913"/>
                </a:lnTo>
                <a:lnTo>
                  <a:pt x="8179570" y="1347231"/>
                </a:lnTo>
                <a:lnTo>
                  <a:pt x="8193566" y="1344124"/>
                </a:lnTo>
                <a:lnTo>
                  <a:pt x="8223542" y="1342571"/>
                </a:lnTo>
                <a:lnTo>
                  <a:pt x="8259072" y="1335355"/>
                </a:lnTo>
                <a:lnTo>
                  <a:pt x="8289730" y="1315258"/>
                </a:lnTo>
                <a:lnTo>
                  <a:pt x="8388894" y="1267840"/>
                </a:lnTo>
                <a:lnTo>
                  <a:pt x="8456326" y="1242479"/>
                </a:lnTo>
                <a:lnTo>
                  <a:pt x="8470792" y="1222418"/>
                </a:lnTo>
                <a:lnTo>
                  <a:pt x="8489332" y="1206314"/>
                </a:lnTo>
                <a:lnTo>
                  <a:pt x="8493568" y="1206365"/>
                </a:lnTo>
                <a:lnTo>
                  <a:pt x="8503154" y="1210072"/>
                </a:lnTo>
                <a:lnTo>
                  <a:pt x="8510357" y="1208327"/>
                </a:lnTo>
                <a:lnTo>
                  <a:pt x="8535689" y="1200224"/>
                </a:lnTo>
                <a:lnTo>
                  <a:pt x="8536411" y="1201886"/>
                </a:lnTo>
                <a:lnTo>
                  <a:pt x="8537510" y="1201705"/>
                </a:lnTo>
                <a:lnTo>
                  <a:pt x="8548734" y="1191527"/>
                </a:lnTo>
                <a:lnTo>
                  <a:pt x="8553865" y="1188209"/>
                </a:lnTo>
                <a:lnTo>
                  <a:pt x="8560608" y="1202669"/>
                </a:lnTo>
                <a:lnTo>
                  <a:pt x="8570628" y="1203259"/>
                </a:lnTo>
                <a:lnTo>
                  <a:pt x="8582333" y="1199931"/>
                </a:lnTo>
                <a:lnTo>
                  <a:pt x="8593680" y="1197644"/>
                </a:lnTo>
                <a:lnTo>
                  <a:pt x="8602624" y="1201357"/>
                </a:lnTo>
                <a:lnTo>
                  <a:pt x="8617647" y="1190966"/>
                </a:lnTo>
                <a:lnTo>
                  <a:pt x="8633461" y="1181174"/>
                </a:lnTo>
                <a:lnTo>
                  <a:pt x="8639935" y="1177899"/>
                </a:lnTo>
                <a:lnTo>
                  <a:pt x="8640179" y="1178157"/>
                </a:lnTo>
                <a:lnTo>
                  <a:pt x="8641830" y="1178137"/>
                </a:lnTo>
                <a:lnTo>
                  <a:pt x="8644050" y="1177320"/>
                </a:lnTo>
                <a:lnTo>
                  <a:pt x="8647239" y="1175346"/>
                </a:lnTo>
                <a:lnTo>
                  <a:pt x="8651750" y="1171925"/>
                </a:lnTo>
                <a:lnTo>
                  <a:pt x="8669397" y="1165534"/>
                </a:lnTo>
                <a:lnTo>
                  <a:pt x="8672499" y="1168624"/>
                </a:lnTo>
                <a:lnTo>
                  <a:pt x="8673490" y="1167603"/>
                </a:lnTo>
                <a:lnTo>
                  <a:pt x="8677194" y="1159751"/>
                </a:lnTo>
                <a:lnTo>
                  <a:pt x="8681040" y="1154960"/>
                </a:lnTo>
                <a:lnTo>
                  <a:pt x="8687941" y="1156261"/>
                </a:lnTo>
                <a:lnTo>
                  <a:pt x="8700806" y="1166688"/>
                </a:lnTo>
                <a:lnTo>
                  <a:pt x="8712159" y="1156653"/>
                </a:lnTo>
                <a:lnTo>
                  <a:pt x="8723900" y="1154510"/>
                </a:lnTo>
                <a:lnTo>
                  <a:pt x="8738355" y="1154842"/>
                </a:lnTo>
                <a:lnTo>
                  <a:pt x="8757848" y="1152232"/>
                </a:lnTo>
                <a:lnTo>
                  <a:pt x="8764046" y="1142829"/>
                </a:lnTo>
                <a:lnTo>
                  <a:pt x="8771385" y="1138151"/>
                </a:lnTo>
                <a:lnTo>
                  <a:pt x="8779688" y="1137196"/>
                </a:lnTo>
                <a:lnTo>
                  <a:pt x="8788778" y="1138962"/>
                </a:lnTo>
                <a:lnTo>
                  <a:pt x="8808502" y="1128194"/>
                </a:lnTo>
                <a:lnTo>
                  <a:pt x="8829646" y="1121271"/>
                </a:lnTo>
                <a:lnTo>
                  <a:pt x="8852011" y="1115472"/>
                </a:lnTo>
                <a:lnTo>
                  <a:pt x="8875400" y="1108076"/>
                </a:lnTo>
                <a:lnTo>
                  <a:pt x="8896071" y="1093191"/>
                </a:lnTo>
                <a:lnTo>
                  <a:pt x="8917214" y="1088416"/>
                </a:lnTo>
                <a:lnTo>
                  <a:pt x="8939548" y="1086756"/>
                </a:lnTo>
                <a:lnTo>
                  <a:pt x="8963794" y="1081220"/>
                </a:lnTo>
                <a:lnTo>
                  <a:pt x="9013145" y="1075682"/>
                </a:lnTo>
                <a:lnTo>
                  <a:pt x="9018566" y="1073875"/>
                </a:lnTo>
                <a:lnTo>
                  <a:pt x="9027998" y="1072532"/>
                </a:lnTo>
                <a:lnTo>
                  <a:pt x="9042072" y="1071067"/>
                </a:lnTo>
                <a:lnTo>
                  <a:pt x="9042380" y="1071241"/>
                </a:lnTo>
                <a:lnTo>
                  <a:pt x="9048028" y="1066359"/>
                </a:lnTo>
                <a:lnTo>
                  <a:pt x="9061345" y="1052792"/>
                </a:lnTo>
                <a:lnTo>
                  <a:pt x="9073715" y="1038895"/>
                </a:lnTo>
                <a:lnTo>
                  <a:pt x="9084823" y="1034005"/>
                </a:lnTo>
                <a:lnTo>
                  <a:pt x="9094519" y="1028863"/>
                </a:lnTo>
                <a:lnTo>
                  <a:pt x="9103744" y="1024512"/>
                </a:lnTo>
                <a:lnTo>
                  <a:pt x="9113441" y="1021993"/>
                </a:lnTo>
                <a:lnTo>
                  <a:pt x="9120560" y="1017972"/>
                </a:lnTo>
                <a:lnTo>
                  <a:pt x="9132587" y="1012420"/>
                </a:lnTo>
                <a:lnTo>
                  <a:pt x="9144475" y="1007725"/>
                </a:lnTo>
                <a:lnTo>
                  <a:pt x="9151174" y="1006276"/>
                </a:lnTo>
                <a:lnTo>
                  <a:pt x="9156875" y="1029699"/>
                </a:lnTo>
                <a:lnTo>
                  <a:pt x="9172370" y="988456"/>
                </a:lnTo>
                <a:lnTo>
                  <a:pt x="9200339" y="981824"/>
                </a:lnTo>
                <a:lnTo>
                  <a:pt x="9208630" y="972960"/>
                </a:lnTo>
                <a:lnTo>
                  <a:pt x="9209241" y="967233"/>
                </a:lnTo>
                <a:lnTo>
                  <a:pt x="9295291" y="939800"/>
                </a:lnTo>
                <a:lnTo>
                  <a:pt x="9347894" y="920523"/>
                </a:lnTo>
                <a:lnTo>
                  <a:pt x="9361436" y="908477"/>
                </a:lnTo>
                <a:lnTo>
                  <a:pt x="9380514" y="899762"/>
                </a:lnTo>
                <a:lnTo>
                  <a:pt x="9405362" y="892383"/>
                </a:lnTo>
                <a:lnTo>
                  <a:pt x="9436213" y="884347"/>
                </a:lnTo>
                <a:lnTo>
                  <a:pt x="9480653" y="868671"/>
                </a:lnTo>
                <a:lnTo>
                  <a:pt x="9525854" y="858964"/>
                </a:lnTo>
                <a:lnTo>
                  <a:pt x="9572012" y="852932"/>
                </a:lnTo>
                <a:lnTo>
                  <a:pt x="9619325" y="848281"/>
                </a:lnTo>
                <a:lnTo>
                  <a:pt x="9659417" y="827048"/>
                </a:lnTo>
                <a:lnTo>
                  <a:pt x="9697511" y="810389"/>
                </a:lnTo>
                <a:lnTo>
                  <a:pt x="9736604" y="791443"/>
                </a:lnTo>
                <a:lnTo>
                  <a:pt x="9779693" y="763348"/>
                </a:lnTo>
                <a:lnTo>
                  <a:pt x="9829775" y="719240"/>
                </a:lnTo>
                <a:lnTo>
                  <a:pt x="9919543" y="671278"/>
                </a:lnTo>
                <a:lnTo>
                  <a:pt x="9933273" y="659981"/>
                </a:lnTo>
                <a:lnTo>
                  <a:pt x="9955342" y="643073"/>
                </a:lnTo>
                <a:lnTo>
                  <a:pt x="9978784" y="628508"/>
                </a:lnTo>
                <a:lnTo>
                  <a:pt x="9996633" y="624236"/>
                </a:lnTo>
                <a:lnTo>
                  <a:pt x="10016780" y="609457"/>
                </a:lnTo>
                <a:lnTo>
                  <a:pt x="10031540" y="594048"/>
                </a:lnTo>
                <a:lnTo>
                  <a:pt x="10037349" y="589419"/>
                </a:lnTo>
                <a:lnTo>
                  <a:pt x="10064155" y="584880"/>
                </a:lnTo>
                <a:lnTo>
                  <a:pt x="10069272" y="584202"/>
                </a:lnTo>
                <a:lnTo>
                  <a:pt x="10072416" y="583095"/>
                </a:lnTo>
                <a:lnTo>
                  <a:pt x="10074310" y="581601"/>
                </a:lnTo>
                <a:lnTo>
                  <a:pt x="10074389" y="581080"/>
                </a:lnTo>
                <a:lnTo>
                  <a:pt x="10084233" y="578865"/>
                </a:lnTo>
                <a:lnTo>
                  <a:pt x="10098899" y="569051"/>
                </a:lnTo>
                <a:lnTo>
                  <a:pt x="10148350" y="534751"/>
                </a:lnTo>
                <a:lnTo>
                  <a:pt x="10168535" y="531717"/>
                </a:lnTo>
                <a:lnTo>
                  <a:pt x="10190510" y="525392"/>
                </a:lnTo>
                <a:lnTo>
                  <a:pt x="10204975" y="514262"/>
                </a:lnTo>
                <a:lnTo>
                  <a:pt x="10202626" y="496813"/>
                </a:lnTo>
                <a:lnTo>
                  <a:pt x="10209391" y="495115"/>
                </a:lnTo>
                <a:lnTo>
                  <a:pt x="10212470" y="491241"/>
                </a:lnTo>
                <a:lnTo>
                  <a:pt x="10213825" y="486271"/>
                </a:lnTo>
                <a:lnTo>
                  <a:pt x="10213940" y="484106"/>
                </a:lnTo>
                <a:lnTo>
                  <a:pt x="10262238" y="479243"/>
                </a:lnTo>
                <a:lnTo>
                  <a:pt x="10267290" y="475072"/>
                </a:lnTo>
                <a:lnTo>
                  <a:pt x="10323252" y="479177"/>
                </a:lnTo>
                <a:lnTo>
                  <a:pt x="10329214" y="481257"/>
                </a:lnTo>
                <a:lnTo>
                  <a:pt x="10336385" y="480689"/>
                </a:lnTo>
                <a:lnTo>
                  <a:pt x="10346245" y="474130"/>
                </a:lnTo>
                <a:lnTo>
                  <a:pt x="10348163" y="471679"/>
                </a:lnTo>
                <a:lnTo>
                  <a:pt x="10369815" y="474478"/>
                </a:lnTo>
                <a:lnTo>
                  <a:pt x="10408726" y="463848"/>
                </a:lnTo>
                <a:lnTo>
                  <a:pt x="10521252" y="431091"/>
                </a:lnTo>
                <a:lnTo>
                  <a:pt x="10576556" y="415960"/>
                </a:lnTo>
                <a:lnTo>
                  <a:pt x="10633346" y="403956"/>
                </a:lnTo>
                <a:lnTo>
                  <a:pt x="10685188" y="392104"/>
                </a:lnTo>
                <a:lnTo>
                  <a:pt x="10773064" y="370742"/>
                </a:lnTo>
                <a:lnTo>
                  <a:pt x="10804057" y="351843"/>
                </a:lnTo>
                <a:lnTo>
                  <a:pt x="10845840" y="346919"/>
                </a:lnTo>
                <a:lnTo>
                  <a:pt x="10878963" y="346355"/>
                </a:lnTo>
                <a:lnTo>
                  <a:pt x="10883971" y="340539"/>
                </a:lnTo>
                <a:lnTo>
                  <a:pt x="10927510" y="343224"/>
                </a:lnTo>
                <a:lnTo>
                  <a:pt x="10971181" y="334654"/>
                </a:lnTo>
                <a:lnTo>
                  <a:pt x="11014929" y="319376"/>
                </a:lnTo>
                <a:lnTo>
                  <a:pt x="11058701" y="301937"/>
                </a:lnTo>
                <a:lnTo>
                  <a:pt x="11102444" y="286882"/>
                </a:lnTo>
                <a:lnTo>
                  <a:pt x="11146104" y="278759"/>
                </a:lnTo>
                <a:lnTo>
                  <a:pt x="11160458" y="251467"/>
                </a:lnTo>
                <a:lnTo>
                  <a:pt x="11170215" y="248394"/>
                </a:lnTo>
                <a:lnTo>
                  <a:pt x="11183005" y="252288"/>
                </a:lnTo>
                <a:lnTo>
                  <a:pt x="11206458" y="245894"/>
                </a:lnTo>
                <a:lnTo>
                  <a:pt x="11227998" y="240802"/>
                </a:lnTo>
                <a:lnTo>
                  <a:pt x="11252791" y="237011"/>
                </a:lnTo>
                <a:lnTo>
                  <a:pt x="11275794" y="234128"/>
                </a:lnTo>
                <a:lnTo>
                  <a:pt x="11291967" y="231755"/>
                </a:lnTo>
                <a:lnTo>
                  <a:pt x="11295077" y="227909"/>
                </a:lnTo>
                <a:lnTo>
                  <a:pt x="11310750" y="220840"/>
                </a:lnTo>
                <a:lnTo>
                  <a:pt x="11311147" y="208433"/>
                </a:lnTo>
                <a:lnTo>
                  <a:pt x="11345532" y="183808"/>
                </a:lnTo>
                <a:lnTo>
                  <a:pt x="11396024" y="177650"/>
                </a:lnTo>
                <a:lnTo>
                  <a:pt x="11430859" y="159867"/>
                </a:lnTo>
                <a:lnTo>
                  <a:pt x="11467865" y="143173"/>
                </a:lnTo>
                <a:lnTo>
                  <a:pt x="11508579" y="143865"/>
                </a:lnTo>
                <a:lnTo>
                  <a:pt x="11529387" y="143274"/>
                </a:lnTo>
                <a:lnTo>
                  <a:pt x="11555980" y="137457"/>
                </a:lnTo>
                <a:lnTo>
                  <a:pt x="11580206" y="127740"/>
                </a:lnTo>
                <a:lnTo>
                  <a:pt x="11593912" y="115449"/>
                </a:lnTo>
                <a:lnTo>
                  <a:pt x="11602855" y="112028"/>
                </a:lnTo>
                <a:lnTo>
                  <a:pt x="11611655" y="109065"/>
                </a:lnTo>
                <a:lnTo>
                  <a:pt x="11618719" y="103978"/>
                </a:lnTo>
                <a:lnTo>
                  <a:pt x="11622453" y="94183"/>
                </a:lnTo>
                <a:lnTo>
                  <a:pt x="11632718" y="84609"/>
                </a:lnTo>
                <a:lnTo>
                  <a:pt x="11649647" y="82854"/>
                </a:lnTo>
                <a:lnTo>
                  <a:pt x="11663595" y="81098"/>
                </a:lnTo>
                <a:lnTo>
                  <a:pt x="11664914" y="71525"/>
                </a:lnTo>
                <a:lnTo>
                  <a:pt x="11682309" y="73499"/>
                </a:lnTo>
                <a:lnTo>
                  <a:pt x="11696696" y="66454"/>
                </a:lnTo>
                <a:lnTo>
                  <a:pt x="11709160" y="53942"/>
                </a:lnTo>
                <a:lnTo>
                  <a:pt x="11720784" y="39513"/>
                </a:lnTo>
                <a:lnTo>
                  <a:pt x="11727524" y="32768"/>
                </a:lnTo>
                <a:lnTo>
                  <a:pt x="11766175" y="0"/>
                </a:lnTo>
                <a:close/>
              </a:path>
            </a:pathLst>
          </a:custGeom>
          <a:solidFill>
            <a:srgbClr val="82766A">
              <a:alpha val="1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5774" y="858012"/>
            <a:ext cx="674878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Another</a:t>
            </a:r>
            <a:r>
              <a:rPr dirty="0" spc="-155"/>
              <a:t> </a:t>
            </a:r>
            <a:r>
              <a:rPr dirty="0"/>
              <a:t>reason</a:t>
            </a:r>
            <a:r>
              <a:rPr dirty="0" spc="-150"/>
              <a:t> </a:t>
            </a:r>
            <a:r>
              <a:rPr dirty="0"/>
              <a:t>for</a:t>
            </a:r>
            <a:r>
              <a:rPr dirty="0" spc="-155"/>
              <a:t> </a:t>
            </a:r>
            <a:r>
              <a:rPr dirty="0" spc="-10"/>
              <a:t>pessimism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215773" y="2179828"/>
            <a:ext cx="7109459" cy="429895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241300" marR="227329" indent="-228600">
              <a:lnSpc>
                <a:spcPts val="2400"/>
              </a:lnSpc>
              <a:spcBef>
                <a:spcPts val="3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practice,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ascribe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contents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consciousness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based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on </a:t>
            </a:r>
            <a:r>
              <a:rPr dirty="0" sz="2200" spc="-10">
                <a:latin typeface="Calibri"/>
                <a:cs typeface="Calibri"/>
              </a:rPr>
              <a:t>behaviour:</a:t>
            </a:r>
            <a:endParaRPr sz="2200">
              <a:latin typeface="Calibri"/>
              <a:cs typeface="Calibri"/>
            </a:endParaRPr>
          </a:p>
          <a:p>
            <a:pPr lvl="1" marL="697865" marR="5080" indent="-228600">
              <a:lnSpc>
                <a:spcPts val="2400"/>
              </a:lnSpc>
              <a:spcBef>
                <a:spcPts val="40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200">
                <a:latin typeface="Calibri"/>
                <a:cs typeface="Calibri"/>
              </a:rPr>
              <a:t>We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assume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creatures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respond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light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the </a:t>
            </a:r>
            <a:r>
              <a:rPr dirty="0" sz="2200">
                <a:latin typeface="Calibri"/>
                <a:cs typeface="Calibri"/>
              </a:rPr>
              <a:t>way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do,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using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similar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receptors,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perceive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colours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do.</a:t>
            </a:r>
            <a:endParaRPr sz="2200">
              <a:latin typeface="Calibri"/>
              <a:cs typeface="Calibri"/>
            </a:endParaRPr>
          </a:p>
          <a:p>
            <a:pPr algn="just" lvl="1" marL="697865" marR="13335" indent="-228600">
              <a:lnSpc>
                <a:spcPct val="89100"/>
              </a:lnSpc>
              <a:spcBef>
                <a:spcPts val="51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200">
                <a:latin typeface="Calibri"/>
                <a:cs typeface="Calibri"/>
              </a:rPr>
              <a:t>We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assume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creatures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pass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mirror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test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(that </a:t>
            </a:r>
            <a:r>
              <a:rPr dirty="0" sz="2200">
                <a:latin typeface="Calibri"/>
                <a:cs typeface="Calibri"/>
              </a:rPr>
              <a:t>try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remove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take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interest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their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forehead) </a:t>
            </a:r>
            <a:r>
              <a:rPr dirty="0" sz="2200">
                <a:latin typeface="Calibri"/>
                <a:cs typeface="Calibri"/>
              </a:rPr>
              <a:t>have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some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kind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sense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self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similar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ours.</a:t>
            </a:r>
            <a:endParaRPr sz="2200">
              <a:latin typeface="Calibri"/>
              <a:cs typeface="Calibri"/>
            </a:endParaRPr>
          </a:p>
          <a:p>
            <a:pPr algn="just" lvl="1" marL="697865" indent="-2286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200" spc="-20">
                <a:latin typeface="Calibri"/>
                <a:cs typeface="Calibri"/>
              </a:rPr>
              <a:t>Etc.</a:t>
            </a:r>
            <a:endParaRPr sz="2200">
              <a:latin typeface="Calibri"/>
              <a:cs typeface="Calibri"/>
            </a:endParaRPr>
          </a:p>
          <a:p>
            <a:pPr marL="241300" marR="273685" indent="-228600">
              <a:lnSpc>
                <a:spcPct val="8970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Those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reasonable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guesses.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35">
                <a:latin typeface="Calibri"/>
                <a:cs typeface="Calibri"/>
              </a:rPr>
              <a:t>However,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when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comes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to </a:t>
            </a:r>
            <a:r>
              <a:rPr dirty="0" sz="2200" spc="-10">
                <a:latin typeface="Calibri"/>
                <a:cs typeface="Calibri"/>
              </a:rPr>
              <a:t>extrapolating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forms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consciousness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different physical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underpinnings,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we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have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pattern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follow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and </a:t>
            </a:r>
            <a:r>
              <a:rPr dirty="0" sz="2200">
                <a:latin typeface="Calibri"/>
                <a:cs typeface="Calibri"/>
              </a:rPr>
              <a:t>behaviour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plausible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guide.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5381623" y="6209414"/>
            <a:ext cx="6810375" cy="648970"/>
          </a:xfrm>
          <a:custGeom>
            <a:avLst/>
            <a:gdLst/>
            <a:ahLst/>
            <a:cxnLst/>
            <a:rect l="l" t="t" r="r" b="b"/>
            <a:pathLst>
              <a:path w="6810375" h="648970">
                <a:moveTo>
                  <a:pt x="6418884" y="0"/>
                </a:moveTo>
                <a:lnTo>
                  <a:pt x="6400433" y="4864"/>
                </a:lnTo>
                <a:lnTo>
                  <a:pt x="6394380" y="6147"/>
                </a:lnTo>
                <a:lnTo>
                  <a:pt x="6389428" y="6191"/>
                </a:lnTo>
                <a:lnTo>
                  <a:pt x="6374278" y="7342"/>
                </a:lnTo>
                <a:lnTo>
                  <a:pt x="6354316" y="8322"/>
                </a:lnTo>
                <a:lnTo>
                  <a:pt x="6335440" y="7656"/>
                </a:lnTo>
                <a:lnTo>
                  <a:pt x="6316064" y="8134"/>
                </a:lnTo>
                <a:lnTo>
                  <a:pt x="6294605" y="12544"/>
                </a:lnTo>
                <a:lnTo>
                  <a:pt x="6280519" y="12286"/>
                </a:lnTo>
                <a:lnTo>
                  <a:pt x="6272404" y="13306"/>
                </a:lnTo>
                <a:lnTo>
                  <a:pt x="6242635" y="22787"/>
                </a:lnTo>
                <a:lnTo>
                  <a:pt x="6226667" y="28494"/>
                </a:lnTo>
                <a:lnTo>
                  <a:pt x="6197165" y="39460"/>
                </a:lnTo>
                <a:lnTo>
                  <a:pt x="6179057" y="39592"/>
                </a:lnTo>
                <a:lnTo>
                  <a:pt x="6164040" y="38708"/>
                </a:lnTo>
                <a:lnTo>
                  <a:pt x="6152293" y="38328"/>
                </a:lnTo>
                <a:lnTo>
                  <a:pt x="6143998" y="39969"/>
                </a:lnTo>
                <a:lnTo>
                  <a:pt x="6122321" y="38843"/>
                </a:lnTo>
                <a:lnTo>
                  <a:pt x="6067215" y="34525"/>
                </a:lnTo>
                <a:lnTo>
                  <a:pt x="6046613" y="33576"/>
                </a:lnTo>
                <a:lnTo>
                  <a:pt x="6041223" y="33510"/>
                </a:lnTo>
                <a:lnTo>
                  <a:pt x="6035396" y="35371"/>
                </a:lnTo>
                <a:lnTo>
                  <a:pt x="6029370" y="37963"/>
                </a:lnTo>
                <a:lnTo>
                  <a:pt x="6023382" y="40087"/>
                </a:lnTo>
                <a:lnTo>
                  <a:pt x="6006397" y="43248"/>
                </a:lnTo>
                <a:lnTo>
                  <a:pt x="5987422" y="43668"/>
                </a:lnTo>
                <a:lnTo>
                  <a:pt x="5969138" y="43771"/>
                </a:lnTo>
                <a:lnTo>
                  <a:pt x="5948982" y="46693"/>
                </a:lnTo>
                <a:lnTo>
                  <a:pt x="5944132" y="46904"/>
                </a:lnTo>
                <a:lnTo>
                  <a:pt x="5939553" y="46802"/>
                </a:lnTo>
                <a:lnTo>
                  <a:pt x="5927148" y="45796"/>
                </a:lnTo>
                <a:lnTo>
                  <a:pt x="5924447" y="44069"/>
                </a:lnTo>
                <a:lnTo>
                  <a:pt x="5916411" y="44247"/>
                </a:lnTo>
                <a:lnTo>
                  <a:pt x="5906342" y="42797"/>
                </a:lnTo>
                <a:lnTo>
                  <a:pt x="5902262" y="42512"/>
                </a:lnTo>
                <a:lnTo>
                  <a:pt x="5897320" y="45953"/>
                </a:lnTo>
                <a:lnTo>
                  <a:pt x="5886248" y="45958"/>
                </a:lnTo>
                <a:lnTo>
                  <a:pt x="5876482" y="45703"/>
                </a:lnTo>
                <a:lnTo>
                  <a:pt x="5875459" y="48367"/>
                </a:lnTo>
                <a:lnTo>
                  <a:pt x="5841133" y="49685"/>
                </a:lnTo>
                <a:lnTo>
                  <a:pt x="5823635" y="49260"/>
                </a:lnTo>
                <a:lnTo>
                  <a:pt x="5806221" y="46147"/>
                </a:lnTo>
                <a:lnTo>
                  <a:pt x="5702292" y="53690"/>
                </a:lnTo>
                <a:lnTo>
                  <a:pt x="5671441" y="57775"/>
                </a:lnTo>
                <a:lnTo>
                  <a:pt x="5605503" y="67902"/>
                </a:lnTo>
                <a:lnTo>
                  <a:pt x="5575761" y="71668"/>
                </a:lnTo>
                <a:lnTo>
                  <a:pt x="5551858" y="73315"/>
                </a:lnTo>
                <a:lnTo>
                  <a:pt x="5529188" y="75657"/>
                </a:lnTo>
                <a:lnTo>
                  <a:pt x="5506777" y="77037"/>
                </a:lnTo>
                <a:lnTo>
                  <a:pt x="5483649" y="75800"/>
                </a:lnTo>
                <a:lnTo>
                  <a:pt x="5481869" y="77052"/>
                </a:lnTo>
                <a:lnTo>
                  <a:pt x="5479544" y="78075"/>
                </a:lnTo>
                <a:lnTo>
                  <a:pt x="5476847" y="78934"/>
                </a:lnTo>
                <a:lnTo>
                  <a:pt x="5468310" y="80959"/>
                </a:lnTo>
                <a:lnTo>
                  <a:pt x="5467002" y="80756"/>
                </a:lnTo>
                <a:lnTo>
                  <a:pt x="5454478" y="82894"/>
                </a:lnTo>
                <a:lnTo>
                  <a:pt x="5409310" y="89295"/>
                </a:lnTo>
                <a:lnTo>
                  <a:pt x="5407235" y="88396"/>
                </a:lnTo>
                <a:lnTo>
                  <a:pt x="5405149" y="88079"/>
                </a:lnTo>
                <a:lnTo>
                  <a:pt x="5401955" y="88347"/>
                </a:lnTo>
                <a:lnTo>
                  <a:pt x="5403979" y="82972"/>
                </a:lnTo>
                <a:lnTo>
                  <a:pt x="5398879" y="86611"/>
                </a:lnTo>
                <a:lnTo>
                  <a:pt x="5389285" y="87877"/>
                </a:lnTo>
                <a:lnTo>
                  <a:pt x="5385765" y="84185"/>
                </a:lnTo>
                <a:lnTo>
                  <a:pt x="5376511" y="83641"/>
                </a:lnTo>
                <a:lnTo>
                  <a:pt x="5365732" y="83897"/>
                </a:lnTo>
                <a:lnTo>
                  <a:pt x="5357638" y="82602"/>
                </a:lnTo>
                <a:lnTo>
                  <a:pt x="5350567" y="83714"/>
                </a:lnTo>
                <a:lnTo>
                  <a:pt x="5335398" y="85635"/>
                </a:lnTo>
                <a:lnTo>
                  <a:pt x="5329563" y="85925"/>
                </a:lnTo>
                <a:lnTo>
                  <a:pt x="5322431" y="86839"/>
                </a:lnTo>
                <a:lnTo>
                  <a:pt x="5310131" y="87448"/>
                </a:lnTo>
                <a:lnTo>
                  <a:pt x="5303546" y="84494"/>
                </a:lnTo>
                <a:lnTo>
                  <a:pt x="5299146" y="80695"/>
                </a:lnTo>
                <a:lnTo>
                  <a:pt x="5293118" y="78411"/>
                </a:lnTo>
                <a:lnTo>
                  <a:pt x="5281650" y="80004"/>
                </a:lnTo>
                <a:lnTo>
                  <a:pt x="5265857" y="78644"/>
                </a:lnTo>
                <a:lnTo>
                  <a:pt x="5252188" y="76678"/>
                </a:lnTo>
                <a:lnTo>
                  <a:pt x="5238431" y="75481"/>
                </a:lnTo>
                <a:lnTo>
                  <a:pt x="5222374" y="76427"/>
                </a:lnTo>
                <a:lnTo>
                  <a:pt x="5206615" y="75540"/>
                </a:lnTo>
                <a:lnTo>
                  <a:pt x="5191870" y="74429"/>
                </a:lnTo>
                <a:lnTo>
                  <a:pt x="5177564" y="73677"/>
                </a:lnTo>
                <a:lnTo>
                  <a:pt x="5163118" y="73868"/>
                </a:lnTo>
                <a:lnTo>
                  <a:pt x="5156616" y="71798"/>
                </a:lnTo>
                <a:lnTo>
                  <a:pt x="5149909" y="70845"/>
                </a:lnTo>
                <a:lnTo>
                  <a:pt x="5141390" y="73418"/>
                </a:lnTo>
                <a:lnTo>
                  <a:pt x="5129163" y="71944"/>
                </a:lnTo>
                <a:lnTo>
                  <a:pt x="5120674" y="70380"/>
                </a:lnTo>
                <a:lnTo>
                  <a:pt x="5113163" y="69610"/>
                </a:lnTo>
                <a:lnTo>
                  <a:pt x="5103870" y="70514"/>
                </a:lnTo>
                <a:lnTo>
                  <a:pt x="5069892" y="66771"/>
                </a:lnTo>
                <a:lnTo>
                  <a:pt x="5067496" y="66849"/>
                </a:lnTo>
                <a:lnTo>
                  <a:pt x="5060231" y="66553"/>
                </a:lnTo>
                <a:lnTo>
                  <a:pt x="5011209" y="59527"/>
                </a:lnTo>
                <a:lnTo>
                  <a:pt x="4999295" y="60789"/>
                </a:lnTo>
                <a:lnTo>
                  <a:pt x="4997386" y="60390"/>
                </a:lnTo>
                <a:lnTo>
                  <a:pt x="4999635" y="57932"/>
                </a:lnTo>
                <a:lnTo>
                  <a:pt x="4996404" y="57910"/>
                </a:lnTo>
                <a:lnTo>
                  <a:pt x="4994694" y="57412"/>
                </a:lnTo>
                <a:lnTo>
                  <a:pt x="4993464" y="56342"/>
                </a:lnTo>
                <a:lnTo>
                  <a:pt x="4970976" y="57331"/>
                </a:lnTo>
                <a:lnTo>
                  <a:pt x="4968339" y="56858"/>
                </a:lnTo>
                <a:lnTo>
                  <a:pt x="4945669" y="58596"/>
                </a:lnTo>
                <a:lnTo>
                  <a:pt x="4943043" y="59537"/>
                </a:lnTo>
                <a:lnTo>
                  <a:pt x="4931056" y="59262"/>
                </a:lnTo>
                <a:lnTo>
                  <a:pt x="4921363" y="60490"/>
                </a:lnTo>
                <a:lnTo>
                  <a:pt x="4915100" y="61891"/>
                </a:lnTo>
                <a:lnTo>
                  <a:pt x="4912409" y="62962"/>
                </a:lnTo>
                <a:lnTo>
                  <a:pt x="4891590" y="59678"/>
                </a:lnTo>
                <a:lnTo>
                  <a:pt x="4869330" y="59030"/>
                </a:lnTo>
                <a:lnTo>
                  <a:pt x="4846048" y="59305"/>
                </a:lnTo>
                <a:lnTo>
                  <a:pt x="4822164" y="58786"/>
                </a:lnTo>
                <a:lnTo>
                  <a:pt x="4793845" y="61331"/>
                </a:lnTo>
                <a:lnTo>
                  <a:pt x="4738509" y="71474"/>
                </a:lnTo>
                <a:lnTo>
                  <a:pt x="4713550" y="73358"/>
                </a:lnTo>
                <a:lnTo>
                  <a:pt x="4702300" y="71423"/>
                </a:lnTo>
                <a:lnTo>
                  <a:pt x="4686483" y="66634"/>
                </a:lnTo>
                <a:lnTo>
                  <a:pt x="4666547" y="61884"/>
                </a:lnTo>
                <a:lnTo>
                  <a:pt x="4642938" y="60063"/>
                </a:lnTo>
                <a:lnTo>
                  <a:pt x="4618080" y="62053"/>
                </a:lnTo>
                <a:lnTo>
                  <a:pt x="4597654" y="60496"/>
                </a:lnTo>
                <a:lnTo>
                  <a:pt x="4576824" y="58176"/>
                </a:lnTo>
                <a:lnTo>
                  <a:pt x="4550754" y="57874"/>
                </a:lnTo>
                <a:lnTo>
                  <a:pt x="4542052" y="54097"/>
                </a:lnTo>
                <a:lnTo>
                  <a:pt x="4537346" y="53968"/>
                </a:lnTo>
                <a:lnTo>
                  <a:pt x="4531796" y="55046"/>
                </a:lnTo>
                <a:lnTo>
                  <a:pt x="4510304" y="54872"/>
                </a:lnTo>
                <a:lnTo>
                  <a:pt x="4480317" y="55771"/>
                </a:lnTo>
                <a:lnTo>
                  <a:pt x="4478594" y="55279"/>
                </a:lnTo>
                <a:lnTo>
                  <a:pt x="4470867" y="54735"/>
                </a:lnTo>
                <a:lnTo>
                  <a:pt x="4469719" y="52796"/>
                </a:lnTo>
                <a:lnTo>
                  <a:pt x="4458827" y="50697"/>
                </a:lnTo>
                <a:lnTo>
                  <a:pt x="4454589" y="50187"/>
                </a:lnTo>
                <a:lnTo>
                  <a:pt x="4449843" y="49961"/>
                </a:lnTo>
                <a:lnTo>
                  <a:pt x="4428463" y="51032"/>
                </a:lnTo>
                <a:lnTo>
                  <a:pt x="4411130" y="49497"/>
                </a:lnTo>
                <a:lnTo>
                  <a:pt x="4392888" y="48213"/>
                </a:lnTo>
                <a:lnTo>
                  <a:pt x="4374306" y="49801"/>
                </a:lnTo>
                <a:lnTo>
                  <a:pt x="4366729" y="49549"/>
                </a:lnTo>
                <a:lnTo>
                  <a:pt x="4307343" y="46227"/>
                </a:lnTo>
                <a:lnTo>
                  <a:pt x="4258238" y="40235"/>
                </a:lnTo>
                <a:lnTo>
                  <a:pt x="4203476" y="37561"/>
                </a:lnTo>
                <a:lnTo>
                  <a:pt x="4147082" y="36836"/>
                </a:lnTo>
                <a:lnTo>
                  <a:pt x="4093081" y="36687"/>
                </a:lnTo>
                <a:lnTo>
                  <a:pt x="4043426" y="36798"/>
                </a:lnTo>
                <a:lnTo>
                  <a:pt x="3995677" y="37882"/>
                </a:lnTo>
                <a:lnTo>
                  <a:pt x="3947269" y="40120"/>
                </a:lnTo>
                <a:lnTo>
                  <a:pt x="3895638" y="43689"/>
                </a:lnTo>
                <a:lnTo>
                  <a:pt x="3775213" y="58364"/>
                </a:lnTo>
                <a:lnTo>
                  <a:pt x="3750880" y="59594"/>
                </a:lnTo>
                <a:lnTo>
                  <a:pt x="3703880" y="57386"/>
                </a:lnTo>
                <a:lnTo>
                  <a:pt x="3681948" y="58375"/>
                </a:lnTo>
                <a:lnTo>
                  <a:pt x="3673820" y="68031"/>
                </a:lnTo>
                <a:lnTo>
                  <a:pt x="3659008" y="79230"/>
                </a:lnTo>
                <a:lnTo>
                  <a:pt x="3641710" y="87126"/>
                </a:lnTo>
                <a:lnTo>
                  <a:pt x="3626123" y="86873"/>
                </a:lnTo>
                <a:lnTo>
                  <a:pt x="3602452" y="89225"/>
                </a:lnTo>
                <a:lnTo>
                  <a:pt x="3580120" y="92230"/>
                </a:lnTo>
                <a:lnTo>
                  <a:pt x="3557902" y="94272"/>
                </a:lnTo>
                <a:lnTo>
                  <a:pt x="3534572" y="93733"/>
                </a:lnTo>
                <a:lnTo>
                  <a:pt x="3532979" y="95030"/>
                </a:lnTo>
                <a:lnTo>
                  <a:pt x="3510363" y="100098"/>
                </a:lnTo>
                <a:lnTo>
                  <a:pt x="3508105" y="100488"/>
                </a:lnTo>
                <a:lnTo>
                  <a:pt x="3506452" y="101660"/>
                </a:lnTo>
                <a:lnTo>
                  <a:pt x="3483099" y="105811"/>
                </a:lnTo>
                <a:lnTo>
                  <a:pt x="3475991" y="106682"/>
                </a:lnTo>
                <a:lnTo>
                  <a:pt x="3454717" y="108652"/>
                </a:lnTo>
                <a:lnTo>
                  <a:pt x="3455931" y="103244"/>
                </a:lnTo>
                <a:lnTo>
                  <a:pt x="3451376" y="107017"/>
                </a:lnTo>
                <a:lnTo>
                  <a:pt x="3441966" y="108564"/>
                </a:lnTo>
                <a:lnTo>
                  <a:pt x="3437888" y="104996"/>
                </a:lnTo>
                <a:lnTo>
                  <a:pt x="3428546" y="104731"/>
                </a:lnTo>
                <a:lnTo>
                  <a:pt x="3417798" y="105307"/>
                </a:lnTo>
                <a:lnTo>
                  <a:pt x="3409502" y="104260"/>
                </a:lnTo>
                <a:lnTo>
                  <a:pt x="3383807" y="121793"/>
                </a:lnTo>
                <a:lnTo>
                  <a:pt x="3354221" y="118762"/>
                </a:lnTo>
                <a:lnTo>
                  <a:pt x="3339151" y="119674"/>
                </a:lnTo>
                <a:lnTo>
                  <a:pt x="3329332" y="118893"/>
                </a:lnTo>
                <a:lnTo>
                  <a:pt x="3320453" y="115570"/>
                </a:lnTo>
                <a:lnTo>
                  <a:pt x="3308670" y="119803"/>
                </a:lnTo>
                <a:lnTo>
                  <a:pt x="3309004" y="111622"/>
                </a:lnTo>
                <a:lnTo>
                  <a:pt x="3295820" y="110908"/>
                </a:lnTo>
                <a:lnTo>
                  <a:pt x="3289180" y="114549"/>
                </a:lnTo>
                <a:lnTo>
                  <a:pt x="3280898" y="113425"/>
                </a:lnTo>
                <a:lnTo>
                  <a:pt x="3267063" y="115309"/>
                </a:lnTo>
                <a:lnTo>
                  <a:pt x="3252465" y="116315"/>
                </a:lnTo>
                <a:lnTo>
                  <a:pt x="3237099" y="117043"/>
                </a:lnTo>
                <a:lnTo>
                  <a:pt x="3220962" y="118097"/>
                </a:lnTo>
                <a:lnTo>
                  <a:pt x="3206281" y="120862"/>
                </a:lnTo>
                <a:lnTo>
                  <a:pt x="3191791" y="121395"/>
                </a:lnTo>
                <a:lnTo>
                  <a:pt x="3176655" y="121216"/>
                </a:lnTo>
                <a:lnTo>
                  <a:pt x="3160035" y="121841"/>
                </a:lnTo>
                <a:lnTo>
                  <a:pt x="3150423" y="124654"/>
                </a:lnTo>
                <a:lnTo>
                  <a:pt x="3142399" y="123279"/>
                </a:lnTo>
                <a:lnTo>
                  <a:pt x="3134511" y="120325"/>
                </a:lnTo>
                <a:lnTo>
                  <a:pt x="3125308" y="118403"/>
                </a:lnTo>
                <a:lnTo>
                  <a:pt x="3121811" y="118604"/>
                </a:lnTo>
                <a:lnTo>
                  <a:pt x="3113952" y="120416"/>
                </a:lnTo>
                <a:lnTo>
                  <a:pt x="3109329" y="121840"/>
                </a:lnTo>
                <a:lnTo>
                  <a:pt x="3106766" y="122163"/>
                </a:lnTo>
                <a:lnTo>
                  <a:pt x="3095884" y="124778"/>
                </a:lnTo>
                <a:lnTo>
                  <a:pt x="3083820" y="128455"/>
                </a:lnTo>
                <a:lnTo>
                  <a:pt x="3074733" y="128229"/>
                </a:lnTo>
                <a:lnTo>
                  <a:pt x="3064516" y="129738"/>
                </a:lnTo>
                <a:lnTo>
                  <a:pt x="3055018" y="130336"/>
                </a:lnTo>
                <a:lnTo>
                  <a:pt x="3048088" y="127377"/>
                </a:lnTo>
                <a:lnTo>
                  <a:pt x="3039985" y="129670"/>
                </a:lnTo>
                <a:lnTo>
                  <a:pt x="3038500" y="133601"/>
                </a:lnTo>
                <a:lnTo>
                  <a:pt x="3035345" y="128447"/>
                </a:lnTo>
                <a:lnTo>
                  <a:pt x="3032503" y="129069"/>
                </a:lnTo>
                <a:lnTo>
                  <a:pt x="3030175" y="129027"/>
                </a:lnTo>
                <a:lnTo>
                  <a:pt x="3027306" y="128449"/>
                </a:lnTo>
                <a:lnTo>
                  <a:pt x="3009430" y="133663"/>
                </a:lnTo>
                <a:lnTo>
                  <a:pt x="3006341" y="133823"/>
                </a:lnTo>
                <a:lnTo>
                  <a:pt x="2995603" y="137903"/>
                </a:lnTo>
                <a:lnTo>
                  <a:pt x="2989569" y="139648"/>
                </a:lnTo>
                <a:lnTo>
                  <a:pt x="2988872" y="140891"/>
                </a:lnTo>
                <a:lnTo>
                  <a:pt x="2987556" y="141816"/>
                </a:lnTo>
                <a:lnTo>
                  <a:pt x="2984954" y="142606"/>
                </a:lnTo>
                <a:lnTo>
                  <a:pt x="2977989" y="143054"/>
                </a:lnTo>
                <a:lnTo>
                  <a:pt x="2971633" y="145916"/>
                </a:lnTo>
                <a:lnTo>
                  <a:pt x="2969835" y="147020"/>
                </a:lnTo>
                <a:lnTo>
                  <a:pt x="2968551" y="148231"/>
                </a:lnTo>
                <a:lnTo>
                  <a:pt x="2968015" y="149585"/>
                </a:lnTo>
                <a:lnTo>
                  <a:pt x="2944394" y="151192"/>
                </a:lnTo>
                <a:lnTo>
                  <a:pt x="2923960" y="155106"/>
                </a:lnTo>
                <a:lnTo>
                  <a:pt x="2904191" y="159929"/>
                </a:lnTo>
                <a:lnTo>
                  <a:pt x="2882564" y="164264"/>
                </a:lnTo>
                <a:lnTo>
                  <a:pt x="2862743" y="164202"/>
                </a:lnTo>
                <a:lnTo>
                  <a:pt x="2842840" y="170415"/>
                </a:lnTo>
                <a:lnTo>
                  <a:pt x="2828073" y="179485"/>
                </a:lnTo>
                <a:lnTo>
                  <a:pt x="2823655" y="187993"/>
                </a:lnTo>
                <a:lnTo>
                  <a:pt x="2810149" y="187497"/>
                </a:lnTo>
                <a:lnTo>
                  <a:pt x="2780003" y="199881"/>
                </a:lnTo>
                <a:lnTo>
                  <a:pt x="2776895" y="195674"/>
                </a:lnTo>
                <a:lnTo>
                  <a:pt x="2769184" y="196975"/>
                </a:lnTo>
                <a:lnTo>
                  <a:pt x="2761316" y="196803"/>
                </a:lnTo>
                <a:lnTo>
                  <a:pt x="2755509" y="195340"/>
                </a:lnTo>
                <a:lnTo>
                  <a:pt x="2753979" y="192767"/>
                </a:lnTo>
                <a:lnTo>
                  <a:pt x="2731820" y="200466"/>
                </a:lnTo>
                <a:lnTo>
                  <a:pt x="2702854" y="206064"/>
                </a:lnTo>
                <a:lnTo>
                  <a:pt x="2672249" y="211157"/>
                </a:lnTo>
                <a:lnTo>
                  <a:pt x="2645178" y="217338"/>
                </a:lnTo>
                <a:lnTo>
                  <a:pt x="2630848" y="215685"/>
                </a:lnTo>
                <a:lnTo>
                  <a:pt x="2628466" y="215978"/>
                </a:lnTo>
                <a:lnTo>
                  <a:pt x="2626953" y="216999"/>
                </a:lnTo>
                <a:lnTo>
                  <a:pt x="2614932" y="220719"/>
                </a:lnTo>
                <a:lnTo>
                  <a:pt x="2540820" y="219652"/>
                </a:lnTo>
                <a:lnTo>
                  <a:pt x="2483016" y="220000"/>
                </a:lnTo>
                <a:lnTo>
                  <a:pt x="2450585" y="222217"/>
                </a:lnTo>
                <a:lnTo>
                  <a:pt x="2411194" y="228567"/>
                </a:lnTo>
                <a:lnTo>
                  <a:pt x="2370129" y="237352"/>
                </a:lnTo>
                <a:lnTo>
                  <a:pt x="2321361" y="248735"/>
                </a:lnTo>
                <a:lnTo>
                  <a:pt x="2270869" y="262121"/>
                </a:lnTo>
                <a:lnTo>
                  <a:pt x="2224634" y="276916"/>
                </a:lnTo>
                <a:lnTo>
                  <a:pt x="2188636" y="292524"/>
                </a:lnTo>
                <a:lnTo>
                  <a:pt x="2170379" y="299477"/>
                </a:lnTo>
                <a:lnTo>
                  <a:pt x="2104104" y="314865"/>
                </a:lnTo>
                <a:lnTo>
                  <a:pt x="2085848" y="321819"/>
                </a:lnTo>
                <a:lnTo>
                  <a:pt x="2080121" y="320812"/>
                </a:lnTo>
                <a:lnTo>
                  <a:pt x="2061528" y="322812"/>
                </a:lnTo>
                <a:lnTo>
                  <a:pt x="2058115" y="321185"/>
                </a:lnTo>
                <a:lnTo>
                  <a:pt x="2050384" y="321412"/>
                </a:lnTo>
                <a:lnTo>
                  <a:pt x="2041499" y="324756"/>
                </a:lnTo>
                <a:lnTo>
                  <a:pt x="2034143" y="325205"/>
                </a:lnTo>
                <a:lnTo>
                  <a:pt x="2030989" y="326257"/>
                </a:lnTo>
                <a:lnTo>
                  <a:pt x="2037459" y="328578"/>
                </a:lnTo>
                <a:lnTo>
                  <a:pt x="2034418" y="330256"/>
                </a:lnTo>
                <a:lnTo>
                  <a:pt x="2027236" y="332613"/>
                </a:lnTo>
                <a:lnTo>
                  <a:pt x="2023718" y="334886"/>
                </a:lnTo>
                <a:lnTo>
                  <a:pt x="2018665" y="335585"/>
                </a:lnTo>
                <a:lnTo>
                  <a:pt x="2006879" y="333220"/>
                </a:lnTo>
                <a:lnTo>
                  <a:pt x="1998495" y="335610"/>
                </a:lnTo>
                <a:lnTo>
                  <a:pt x="1989757" y="336258"/>
                </a:lnTo>
                <a:lnTo>
                  <a:pt x="1978977" y="336399"/>
                </a:lnTo>
                <a:lnTo>
                  <a:pt x="1964465" y="337265"/>
                </a:lnTo>
                <a:lnTo>
                  <a:pt x="1958977" y="339089"/>
                </a:lnTo>
                <a:lnTo>
                  <a:pt x="1949900" y="336230"/>
                </a:lnTo>
                <a:lnTo>
                  <a:pt x="1945074" y="335193"/>
                </a:lnTo>
                <a:lnTo>
                  <a:pt x="1939635" y="334799"/>
                </a:lnTo>
                <a:lnTo>
                  <a:pt x="1933041" y="335931"/>
                </a:lnTo>
                <a:lnTo>
                  <a:pt x="1915720" y="340810"/>
                </a:lnTo>
                <a:lnTo>
                  <a:pt x="1908553" y="339401"/>
                </a:lnTo>
                <a:lnTo>
                  <a:pt x="1896050" y="337804"/>
                </a:lnTo>
                <a:lnTo>
                  <a:pt x="1862720" y="342122"/>
                </a:lnTo>
                <a:lnTo>
                  <a:pt x="1860069" y="343846"/>
                </a:lnTo>
                <a:lnTo>
                  <a:pt x="1850664" y="343856"/>
                </a:lnTo>
                <a:lnTo>
                  <a:pt x="1849932" y="342134"/>
                </a:lnTo>
                <a:lnTo>
                  <a:pt x="1846134" y="343256"/>
                </a:lnTo>
                <a:lnTo>
                  <a:pt x="1838928" y="347812"/>
                </a:lnTo>
                <a:lnTo>
                  <a:pt x="1835382" y="345400"/>
                </a:lnTo>
                <a:lnTo>
                  <a:pt x="1819367" y="347855"/>
                </a:lnTo>
                <a:lnTo>
                  <a:pt x="1804239" y="350937"/>
                </a:lnTo>
                <a:lnTo>
                  <a:pt x="1784888" y="356611"/>
                </a:lnTo>
                <a:lnTo>
                  <a:pt x="1778708" y="355124"/>
                </a:lnTo>
                <a:lnTo>
                  <a:pt x="1774711" y="354491"/>
                </a:lnTo>
                <a:lnTo>
                  <a:pt x="1770386" y="354349"/>
                </a:lnTo>
                <a:lnTo>
                  <a:pt x="1765523" y="355366"/>
                </a:lnTo>
                <a:lnTo>
                  <a:pt x="1753202" y="359443"/>
                </a:lnTo>
                <a:lnTo>
                  <a:pt x="1747295" y="358599"/>
                </a:lnTo>
                <a:lnTo>
                  <a:pt x="1737193" y="357764"/>
                </a:lnTo>
                <a:lnTo>
                  <a:pt x="1712287" y="361865"/>
                </a:lnTo>
                <a:lnTo>
                  <a:pt x="1704682" y="361387"/>
                </a:lnTo>
                <a:lnTo>
                  <a:pt x="1699156" y="358795"/>
                </a:lnTo>
                <a:lnTo>
                  <a:pt x="1693995" y="355976"/>
                </a:lnTo>
                <a:lnTo>
                  <a:pt x="1687485" y="354817"/>
                </a:lnTo>
                <a:lnTo>
                  <a:pt x="1676345" y="356752"/>
                </a:lnTo>
                <a:lnTo>
                  <a:pt x="1666929" y="358743"/>
                </a:lnTo>
                <a:lnTo>
                  <a:pt x="1658482" y="361136"/>
                </a:lnTo>
                <a:lnTo>
                  <a:pt x="1650251" y="364276"/>
                </a:lnTo>
                <a:lnTo>
                  <a:pt x="1639728" y="367248"/>
                </a:lnTo>
                <a:lnTo>
                  <a:pt x="1633765" y="372735"/>
                </a:lnTo>
                <a:lnTo>
                  <a:pt x="1631078" y="378379"/>
                </a:lnTo>
                <a:lnTo>
                  <a:pt x="1629952" y="383154"/>
                </a:lnTo>
                <a:lnTo>
                  <a:pt x="1624484" y="382300"/>
                </a:lnTo>
                <a:lnTo>
                  <a:pt x="1618914" y="382143"/>
                </a:lnTo>
                <a:lnTo>
                  <a:pt x="1614285" y="383445"/>
                </a:lnTo>
                <a:lnTo>
                  <a:pt x="1610139" y="385434"/>
                </a:lnTo>
                <a:lnTo>
                  <a:pt x="1595321" y="389584"/>
                </a:lnTo>
                <a:lnTo>
                  <a:pt x="1590322" y="390482"/>
                </a:lnTo>
                <a:lnTo>
                  <a:pt x="1578206" y="392180"/>
                </a:lnTo>
                <a:lnTo>
                  <a:pt x="1570109" y="392808"/>
                </a:lnTo>
                <a:lnTo>
                  <a:pt x="1567269" y="396357"/>
                </a:lnTo>
                <a:lnTo>
                  <a:pt x="1559575" y="397363"/>
                </a:lnTo>
                <a:lnTo>
                  <a:pt x="1550594" y="397605"/>
                </a:lnTo>
                <a:lnTo>
                  <a:pt x="1543892" y="398860"/>
                </a:lnTo>
                <a:lnTo>
                  <a:pt x="1521043" y="405432"/>
                </a:lnTo>
                <a:lnTo>
                  <a:pt x="1508746" y="408688"/>
                </a:lnTo>
                <a:lnTo>
                  <a:pt x="1498362" y="410455"/>
                </a:lnTo>
                <a:lnTo>
                  <a:pt x="1494355" y="407467"/>
                </a:lnTo>
                <a:lnTo>
                  <a:pt x="1490027" y="404718"/>
                </a:lnTo>
                <a:lnTo>
                  <a:pt x="1483644" y="403251"/>
                </a:lnTo>
                <a:lnTo>
                  <a:pt x="1473470" y="404110"/>
                </a:lnTo>
                <a:lnTo>
                  <a:pt x="1467052" y="405997"/>
                </a:lnTo>
                <a:lnTo>
                  <a:pt x="1460503" y="409449"/>
                </a:lnTo>
                <a:lnTo>
                  <a:pt x="1454210" y="413150"/>
                </a:lnTo>
                <a:lnTo>
                  <a:pt x="1448559" y="415782"/>
                </a:lnTo>
                <a:lnTo>
                  <a:pt x="1424440" y="418266"/>
                </a:lnTo>
                <a:lnTo>
                  <a:pt x="1426192" y="420744"/>
                </a:lnTo>
                <a:lnTo>
                  <a:pt x="1409166" y="427608"/>
                </a:lnTo>
                <a:lnTo>
                  <a:pt x="1387971" y="435199"/>
                </a:lnTo>
                <a:lnTo>
                  <a:pt x="1381958" y="438680"/>
                </a:lnTo>
                <a:lnTo>
                  <a:pt x="1358603" y="440194"/>
                </a:lnTo>
                <a:lnTo>
                  <a:pt x="1356368" y="443503"/>
                </a:lnTo>
                <a:lnTo>
                  <a:pt x="1344177" y="443450"/>
                </a:lnTo>
                <a:lnTo>
                  <a:pt x="1331869" y="446482"/>
                </a:lnTo>
                <a:lnTo>
                  <a:pt x="1318822" y="450551"/>
                </a:lnTo>
                <a:lnTo>
                  <a:pt x="1304415" y="453609"/>
                </a:lnTo>
                <a:lnTo>
                  <a:pt x="1303440" y="457410"/>
                </a:lnTo>
                <a:lnTo>
                  <a:pt x="1298652" y="457872"/>
                </a:lnTo>
                <a:lnTo>
                  <a:pt x="1289072" y="457185"/>
                </a:lnTo>
                <a:lnTo>
                  <a:pt x="1241197" y="468579"/>
                </a:lnTo>
                <a:lnTo>
                  <a:pt x="1198802" y="485728"/>
                </a:lnTo>
                <a:lnTo>
                  <a:pt x="1164731" y="498886"/>
                </a:lnTo>
                <a:lnTo>
                  <a:pt x="1123080" y="498030"/>
                </a:lnTo>
                <a:lnTo>
                  <a:pt x="1094388" y="496341"/>
                </a:lnTo>
                <a:lnTo>
                  <a:pt x="1062006" y="495739"/>
                </a:lnTo>
                <a:lnTo>
                  <a:pt x="1032189" y="498725"/>
                </a:lnTo>
                <a:lnTo>
                  <a:pt x="1013330" y="504530"/>
                </a:lnTo>
                <a:lnTo>
                  <a:pt x="980242" y="507926"/>
                </a:lnTo>
                <a:lnTo>
                  <a:pt x="945688" y="510004"/>
                </a:lnTo>
                <a:lnTo>
                  <a:pt x="922434" y="511856"/>
                </a:lnTo>
                <a:lnTo>
                  <a:pt x="917285" y="515046"/>
                </a:lnTo>
                <a:lnTo>
                  <a:pt x="906705" y="517174"/>
                </a:lnTo>
                <a:lnTo>
                  <a:pt x="897564" y="519638"/>
                </a:lnTo>
                <a:lnTo>
                  <a:pt x="896731" y="523839"/>
                </a:lnTo>
                <a:lnTo>
                  <a:pt x="895000" y="527499"/>
                </a:lnTo>
                <a:lnTo>
                  <a:pt x="886006" y="528484"/>
                </a:lnTo>
                <a:lnTo>
                  <a:pt x="880012" y="526053"/>
                </a:lnTo>
                <a:lnTo>
                  <a:pt x="867146" y="529541"/>
                </a:lnTo>
                <a:lnTo>
                  <a:pt x="860512" y="530257"/>
                </a:lnTo>
                <a:lnTo>
                  <a:pt x="851804" y="528932"/>
                </a:lnTo>
                <a:lnTo>
                  <a:pt x="842030" y="532266"/>
                </a:lnTo>
                <a:lnTo>
                  <a:pt x="833267" y="536791"/>
                </a:lnTo>
                <a:lnTo>
                  <a:pt x="824109" y="539722"/>
                </a:lnTo>
                <a:lnTo>
                  <a:pt x="813155" y="538271"/>
                </a:lnTo>
                <a:lnTo>
                  <a:pt x="801719" y="542542"/>
                </a:lnTo>
                <a:lnTo>
                  <a:pt x="779717" y="539725"/>
                </a:lnTo>
                <a:lnTo>
                  <a:pt x="753399" y="535479"/>
                </a:lnTo>
                <a:lnTo>
                  <a:pt x="729013" y="535462"/>
                </a:lnTo>
                <a:lnTo>
                  <a:pt x="691707" y="546928"/>
                </a:lnTo>
                <a:lnTo>
                  <a:pt x="653092" y="557041"/>
                </a:lnTo>
                <a:lnTo>
                  <a:pt x="620230" y="568477"/>
                </a:lnTo>
                <a:lnTo>
                  <a:pt x="600184" y="583911"/>
                </a:lnTo>
                <a:lnTo>
                  <a:pt x="561758" y="585510"/>
                </a:lnTo>
                <a:lnTo>
                  <a:pt x="528096" y="589985"/>
                </a:lnTo>
                <a:lnTo>
                  <a:pt x="497245" y="595567"/>
                </a:lnTo>
                <a:lnTo>
                  <a:pt x="467255" y="600489"/>
                </a:lnTo>
                <a:lnTo>
                  <a:pt x="454679" y="602218"/>
                </a:lnTo>
                <a:lnTo>
                  <a:pt x="442882" y="602195"/>
                </a:lnTo>
                <a:lnTo>
                  <a:pt x="431991" y="602906"/>
                </a:lnTo>
                <a:lnTo>
                  <a:pt x="422136" y="606842"/>
                </a:lnTo>
                <a:lnTo>
                  <a:pt x="385954" y="604700"/>
                </a:lnTo>
                <a:lnTo>
                  <a:pt x="339601" y="598662"/>
                </a:lnTo>
                <a:lnTo>
                  <a:pt x="292092" y="592985"/>
                </a:lnTo>
                <a:lnTo>
                  <a:pt x="252445" y="591925"/>
                </a:lnTo>
                <a:lnTo>
                  <a:pt x="236235" y="599203"/>
                </a:lnTo>
                <a:lnTo>
                  <a:pt x="216229" y="604943"/>
                </a:lnTo>
                <a:lnTo>
                  <a:pt x="196632" y="611208"/>
                </a:lnTo>
                <a:lnTo>
                  <a:pt x="181651" y="620060"/>
                </a:lnTo>
                <a:lnTo>
                  <a:pt x="172758" y="617928"/>
                </a:lnTo>
                <a:lnTo>
                  <a:pt x="160706" y="615953"/>
                </a:lnTo>
                <a:lnTo>
                  <a:pt x="148509" y="614782"/>
                </a:lnTo>
                <a:lnTo>
                  <a:pt x="139181" y="615063"/>
                </a:lnTo>
                <a:lnTo>
                  <a:pt x="128151" y="613224"/>
                </a:lnTo>
                <a:lnTo>
                  <a:pt x="113416" y="614081"/>
                </a:lnTo>
                <a:lnTo>
                  <a:pt x="98663" y="615449"/>
                </a:lnTo>
                <a:lnTo>
                  <a:pt x="87575" y="615143"/>
                </a:lnTo>
                <a:lnTo>
                  <a:pt x="32114" y="635650"/>
                </a:lnTo>
                <a:lnTo>
                  <a:pt x="6127" y="645653"/>
                </a:lnTo>
                <a:lnTo>
                  <a:pt x="0" y="648585"/>
                </a:lnTo>
                <a:lnTo>
                  <a:pt x="6810375" y="648585"/>
                </a:lnTo>
                <a:lnTo>
                  <a:pt x="6810375" y="18881"/>
                </a:lnTo>
                <a:lnTo>
                  <a:pt x="6752843" y="13374"/>
                </a:lnTo>
                <a:lnTo>
                  <a:pt x="6737750" y="12308"/>
                </a:lnTo>
                <a:lnTo>
                  <a:pt x="6719752" y="11712"/>
                </a:lnTo>
                <a:lnTo>
                  <a:pt x="6703874" y="10420"/>
                </a:lnTo>
                <a:lnTo>
                  <a:pt x="6688190" y="9889"/>
                </a:lnTo>
                <a:lnTo>
                  <a:pt x="6670776" y="11574"/>
                </a:lnTo>
                <a:lnTo>
                  <a:pt x="6652995" y="11443"/>
                </a:lnTo>
                <a:lnTo>
                  <a:pt x="6636252" y="11043"/>
                </a:lnTo>
                <a:lnTo>
                  <a:pt x="6620130" y="10975"/>
                </a:lnTo>
                <a:lnTo>
                  <a:pt x="6604213" y="11843"/>
                </a:lnTo>
                <a:lnTo>
                  <a:pt x="6596226" y="10111"/>
                </a:lnTo>
                <a:lnTo>
                  <a:pt x="6588439" y="9488"/>
                </a:lnTo>
                <a:lnTo>
                  <a:pt x="6579990" y="12422"/>
                </a:lnTo>
                <a:lnTo>
                  <a:pt x="6565895" y="11545"/>
                </a:lnTo>
                <a:lnTo>
                  <a:pt x="6555904" y="10406"/>
                </a:lnTo>
                <a:lnTo>
                  <a:pt x="6547297" y="10001"/>
                </a:lnTo>
                <a:lnTo>
                  <a:pt x="6537355" y="11328"/>
                </a:lnTo>
                <a:lnTo>
                  <a:pt x="6528829" y="7639"/>
                </a:lnTo>
                <a:lnTo>
                  <a:pt x="6523544" y="7719"/>
                </a:lnTo>
                <a:lnTo>
                  <a:pt x="6518163" y="9509"/>
                </a:lnTo>
                <a:lnTo>
                  <a:pt x="6509353" y="10946"/>
                </a:lnTo>
                <a:lnTo>
                  <a:pt x="6504974" y="12215"/>
                </a:lnTo>
                <a:lnTo>
                  <a:pt x="6506744" y="13827"/>
                </a:lnTo>
                <a:lnTo>
                  <a:pt x="6508679" y="15233"/>
                </a:lnTo>
                <a:lnTo>
                  <a:pt x="6504793" y="15880"/>
                </a:lnTo>
                <a:lnTo>
                  <a:pt x="6492394" y="13969"/>
                </a:lnTo>
                <a:lnTo>
                  <a:pt x="6462876" y="4785"/>
                </a:lnTo>
                <a:lnTo>
                  <a:pt x="6449151" y="2382"/>
                </a:lnTo>
                <a:lnTo>
                  <a:pt x="6441738" y="3228"/>
                </a:lnTo>
                <a:lnTo>
                  <a:pt x="6432977" y="2920"/>
                </a:lnTo>
                <a:lnTo>
                  <a:pt x="6424735" y="1747"/>
                </a:lnTo>
                <a:lnTo>
                  <a:pt x="6418884" y="0"/>
                </a:lnTo>
                <a:close/>
              </a:path>
            </a:pathLst>
          </a:custGeom>
          <a:solidFill>
            <a:srgbClr val="82766A">
              <a:alpha val="1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20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"/>
            <a:ext cx="11766550" cy="2061845"/>
          </a:xfrm>
          <a:custGeom>
            <a:avLst/>
            <a:gdLst/>
            <a:ahLst/>
            <a:cxnLst/>
            <a:rect l="l" t="t" r="r" b="b"/>
            <a:pathLst>
              <a:path w="11766550" h="2061845">
                <a:moveTo>
                  <a:pt x="11766175" y="0"/>
                </a:moveTo>
                <a:lnTo>
                  <a:pt x="0" y="0"/>
                </a:lnTo>
                <a:lnTo>
                  <a:pt x="0" y="1958247"/>
                </a:lnTo>
                <a:lnTo>
                  <a:pt x="2589" y="1957753"/>
                </a:lnTo>
                <a:lnTo>
                  <a:pt x="9650" y="1958372"/>
                </a:lnTo>
                <a:lnTo>
                  <a:pt x="16230" y="1960218"/>
                </a:lnTo>
                <a:lnTo>
                  <a:pt x="22279" y="1963470"/>
                </a:lnTo>
                <a:lnTo>
                  <a:pt x="27749" y="1968313"/>
                </a:lnTo>
                <a:lnTo>
                  <a:pt x="39541" y="1952194"/>
                </a:lnTo>
                <a:lnTo>
                  <a:pt x="91234" y="1963638"/>
                </a:lnTo>
                <a:lnTo>
                  <a:pt x="111233" y="1949764"/>
                </a:lnTo>
                <a:lnTo>
                  <a:pt x="156904" y="1929502"/>
                </a:lnTo>
                <a:lnTo>
                  <a:pt x="199072" y="1917642"/>
                </a:lnTo>
                <a:lnTo>
                  <a:pt x="239224" y="1908197"/>
                </a:lnTo>
                <a:lnTo>
                  <a:pt x="278847" y="1895177"/>
                </a:lnTo>
                <a:lnTo>
                  <a:pt x="309463" y="1893526"/>
                </a:lnTo>
                <a:lnTo>
                  <a:pt x="334754" y="1897056"/>
                </a:lnTo>
                <a:lnTo>
                  <a:pt x="360786" y="1902894"/>
                </a:lnTo>
                <a:lnTo>
                  <a:pt x="393622" y="1908164"/>
                </a:lnTo>
                <a:lnTo>
                  <a:pt x="470173" y="1890404"/>
                </a:lnTo>
                <a:lnTo>
                  <a:pt x="519283" y="1884383"/>
                </a:lnTo>
                <a:lnTo>
                  <a:pt x="572429" y="1887683"/>
                </a:lnTo>
                <a:lnTo>
                  <a:pt x="611818" y="1886055"/>
                </a:lnTo>
                <a:lnTo>
                  <a:pt x="658301" y="1880747"/>
                </a:lnTo>
                <a:lnTo>
                  <a:pt x="701696" y="1876159"/>
                </a:lnTo>
                <a:lnTo>
                  <a:pt x="731823" y="1876689"/>
                </a:lnTo>
                <a:lnTo>
                  <a:pt x="754345" y="1870918"/>
                </a:lnTo>
                <a:lnTo>
                  <a:pt x="780797" y="1872239"/>
                </a:lnTo>
                <a:lnTo>
                  <a:pt x="809191" y="1876962"/>
                </a:lnTo>
                <a:lnTo>
                  <a:pt x="837538" y="1881395"/>
                </a:lnTo>
                <a:lnTo>
                  <a:pt x="878091" y="1891405"/>
                </a:lnTo>
                <a:lnTo>
                  <a:pt x="906835" y="1891614"/>
                </a:lnTo>
                <a:lnTo>
                  <a:pt x="933007" y="1887843"/>
                </a:lnTo>
                <a:lnTo>
                  <a:pt x="965845" y="1885915"/>
                </a:lnTo>
                <a:lnTo>
                  <a:pt x="1010563" y="1877677"/>
                </a:lnTo>
                <a:lnTo>
                  <a:pt x="1041214" y="1868605"/>
                </a:lnTo>
                <a:lnTo>
                  <a:pt x="1063665" y="1862287"/>
                </a:lnTo>
                <a:lnTo>
                  <a:pt x="1083787" y="1862310"/>
                </a:lnTo>
                <a:lnTo>
                  <a:pt x="1118033" y="1854432"/>
                </a:lnTo>
                <a:lnTo>
                  <a:pt x="1152004" y="1855643"/>
                </a:lnTo>
                <a:lnTo>
                  <a:pt x="1186927" y="1860935"/>
                </a:lnTo>
                <a:lnTo>
                  <a:pt x="1224031" y="1865304"/>
                </a:lnTo>
                <a:lnTo>
                  <a:pt x="1230709" y="1871650"/>
                </a:lnTo>
                <a:lnTo>
                  <a:pt x="1244097" y="1869681"/>
                </a:lnTo>
                <a:lnTo>
                  <a:pt x="1270292" y="1859796"/>
                </a:lnTo>
                <a:lnTo>
                  <a:pt x="1279971" y="1865277"/>
                </a:lnTo>
                <a:lnTo>
                  <a:pt x="1304110" y="1867061"/>
                </a:lnTo>
                <a:lnTo>
                  <a:pt x="1330391" y="1865633"/>
                </a:lnTo>
                <a:lnTo>
                  <a:pt x="1346498" y="1861477"/>
                </a:lnTo>
                <a:lnTo>
                  <a:pt x="1375690" y="1866426"/>
                </a:lnTo>
                <a:lnTo>
                  <a:pt x="1402249" y="1877960"/>
                </a:lnTo>
                <a:lnTo>
                  <a:pt x="1435084" y="1893290"/>
                </a:lnTo>
                <a:lnTo>
                  <a:pt x="1483103" y="1909629"/>
                </a:lnTo>
                <a:lnTo>
                  <a:pt x="1519615" y="1913531"/>
                </a:lnTo>
                <a:lnTo>
                  <a:pt x="1539351" y="1923914"/>
                </a:lnTo>
                <a:lnTo>
                  <a:pt x="1552670" y="1933423"/>
                </a:lnTo>
                <a:lnTo>
                  <a:pt x="1569930" y="1934707"/>
                </a:lnTo>
                <a:lnTo>
                  <a:pt x="1621544" y="1947657"/>
                </a:lnTo>
                <a:lnTo>
                  <a:pt x="1666305" y="1964915"/>
                </a:lnTo>
                <a:lnTo>
                  <a:pt x="1711269" y="1976287"/>
                </a:lnTo>
                <a:lnTo>
                  <a:pt x="1763487" y="1971583"/>
                </a:lnTo>
                <a:lnTo>
                  <a:pt x="1814939" y="1980893"/>
                </a:lnTo>
                <a:lnTo>
                  <a:pt x="1863107" y="1991765"/>
                </a:lnTo>
                <a:lnTo>
                  <a:pt x="1909809" y="1999811"/>
                </a:lnTo>
                <a:lnTo>
                  <a:pt x="1956861" y="2000642"/>
                </a:lnTo>
                <a:lnTo>
                  <a:pt x="1973107" y="2011446"/>
                </a:lnTo>
                <a:lnTo>
                  <a:pt x="1990021" y="2017337"/>
                </a:lnTo>
                <a:lnTo>
                  <a:pt x="2008068" y="2016606"/>
                </a:lnTo>
                <a:lnTo>
                  <a:pt x="2027716" y="2007543"/>
                </a:lnTo>
                <a:lnTo>
                  <a:pt x="2067722" y="2020807"/>
                </a:lnTo>
                <a:lnTo>
                  <a:pt x="2095557" y="2034156"/>
                </a:lnTo>
                <a:lnTo>
                  <a:pt x="2120118" y="2041261"/>
                </a:lnTo>
                <a:lnTo>
                  <a:pt x="2150300" y="2035796"/>
                </a:lnTo>
                <a:lnTo>
                  <a:pt x="2172910" y="2040602"/>
                </a:lnTo>
                <a:lnTo>
                  <a:pt x="2206832" y="2049711"/>
                </a:lnTo>
                <a:lnTo>
                  <a:pt x="2221652" y="2052321"/>
                </a:lnTo>
                <a:lnTo>
                  <a:pt x="2233876" y="2052094"/>
                </a:lnTo>
                <a:lnTo>
                  <a:pt x="2243308" y="2049826"/>
                </a:lnTo>
                <a:lnTo>
                  <a:pt x="2254041" y="2047752"/>
                </a:lnTo>
                <a:lnTo>
                  <a:pt x="2270170" y="2048109"/>
                </a:lnTo>
                <a:lnTo>
                  <a:pt x="2300783" y="2050597"/>
                </a:lnTo>
                <a:lnTo>
                  <a:pt x="2331736" y="2052632"/>
                </a:lnTo>
                <a:lnTo>
                  <a:pt x="2362418" y="2055837"/>
                </a:lnTo>
                <a:lnTo>
                  <a:pt x="2392218" y="2061837"/>
                </a:lnTo>
                <a:lnTo>
                  <a:pt x="2419690" y="2044483"/>
                </a:lnTo>
                <a:lnTo>
                  <a:pt x="2437588" y="2040834"/>
                </a:lnTo>
                <a:lnTo>
                  <a:pt x="2455399" y="2043253"/>
                </a:lnTo>
                <a:lnTo>
                  <a:pt x="2482607" y="2044108"/>
                </a:lnTo>
                <a:lnTo>
                  <a:pt x="2507856" y="2037826"/>
                </a:lnTo>
                <a:lnTo>
                  <a:pt x="2539322" y="2037009"/>
                </a:lnTo>
                <a:lnTo>
                  <a:pt x="2568405" y="2042535"/>
                </a:lnTo>
                <a:lnTo>
                  <a:pt x="2586507" y="2055282"/>
                </a:lnTo>
                <a:lnTo>
                  <a:pt x="2631916" y="2051091"/>
                </a:lnTo>
                <a:lnTo>
                  <a:pt x="2732444" y="2050906"/>
                </a:lnTo>
                <a:lnTo>
                  <a:pt x="2797309" y="2046658"/>
                </a:lnTo>
                <a:lnTo>
                  <a:pt x="2837773" y="2043462"/>
                </a:lnTo>
                <a:lnTo>
                  <a:pt x="2864132" y="2046350"/>
                </a:lnTo>
                <a:lnTo>
                  <a:pt x="2886899" y="2047651"/>
                </a:lnTo>
                <a:lnTo>
                  <a:pt x="2916588" y="2039691"/>
                </a:lnTo>
                <a:lnTo>
                  <a:pt x="2963712" y="2014800"/>
                </a:lnTo>
                <a:lnTo>
                  <a:pt x="2980017" y="2006874"/>
                </a:lnTo>
                <a:lnTo>
                  <a:pt x="2997983" y="2007540"/>
                </a:lnTo>
                <a:lnTo>
                  <a:pt x="3018330" y="2011498"/>
                </a:lnTo>
                <a:lnTo>
                  <a:pt x="3041775" y="2013450"/>
                </a:lnTo>
                <a:lnTo>
                  <a:pt x="3165581" y="2008263"/>
                </a:lnTo>
                <a:lnTo>
                  <a:pt x="3212601" y="2007494"/>
                </a:lnTo>
                <a:lnTo>
                  <a:pt x="3242857" y="2004837"/>
                </a:lnTo>
                <a:lnTo>
                  <a:pt x="3264133" y="2001055"/>
                </a:lnTo>
                <a:lnTo>
                  <a:pt x="3284211" y="1996908"/>
                </a:lnTo>
                <a:lnTo>
                  <a:pt x="3311468" y="2002672"/>
                </a:lnTo>
                <a:lnTo>
                  <a:pt x="3340503" y="2008450"/>
                </a:lnTo>
                <a:lnTo>
                  <a:pt x="3354077" y="2012110"/>
                </a:lnTo>
                <a:lnTo>
                  <a:pt x="3400327" y="2017478"/>
                </a:lnTo>
                <a:lnTo>
                  <a:pt x="3454323" y="2028920"/>
                </a:lnTo>
                <a:lnTo>
                  <a:pt x="3467462" y="2012800"/>
                </a:lnTo>
                <a:lnTo>
                  <a:pt x="3481141" y="2014959"/>
                </a:lnTo>
                <a:lnTo>
                  <a:pt x="3498739" y="2023354"/>
                </a:lnTo>
                <a:lnTo>
                  <a:pt x="3523634" y="2025942"/>
                </a:lnTo>
                <a:lnTo>
                  <a:pt x="3572556" y="2020003"/>
                </a:lnTo>
                <a:lnTo>
                  <a:pt x="3594021" y="2014267"/>
                </a:lnTo>
                <a:lnTo>
                  <a:pt x="3622672" y="2010212"/>
                </a:lnTo>
                <a:lnTo>
                  <a:pt x="3653607" y="2005480"/>
                </a:lnTo>
                <a:lnTo>
                  <a:pt x="3681923" y="1997716"/>
                </a:lnTo>
                <a:lnTo>
                  <a:pt x="3708964" y="1985318"/>
                </a:lnTo>
                <a:lnTo>
                  <a:pt x="3725679" y="1977051"/>
                </a:lnTo>
                <a:lnTo>
                  <a:pt x="3742279" y="1972089"/>
                </a:lnTo>
                <a:lnTo>
                  <a:pt x="3768970" y="1969603"/>
                </a:lnTo>
                <a:lnTo>
                  <a:pt x="3787175" y="1964330"/>
                </a:lnTo>
                <a:lnTo>
                  <a:pt x="3801469" y="1964578"/>
                </a:lnTo>
                <a:lnTo>
                  <a:pt x="3812484" y="1963039"/>
                </a:lnTo>
                <a:lnTo>
                  <a:pt x="3820854" y="1952405"/>
                </a:lnTo>
                <a:lnTo>
                  <a:pt x="3871063" y="1968261"/>
                </a:lnTo>
                <a:lnTo>
                  <a:pt x="3900678" y="1974354"/>
                </a:lnTo>
                <a:lnTo>
                  <a:pt x="3919107" y="1974089"/>
                </a:lnTo>
                <a:lnTo>
                  <a:pt x="3935758" y="1970871"/>
                </a:lnTo>
                <a:lnTo>
                  <a:pt x="3960039" y="1968103"/>
                </a:lnTo>
                <a:lnTo>
                  <a:pt x="4001357" y="1969190"/>
                </a:lnTo>
                <a:lnTo>
                  <a:pt x="4055764" y="1970949"/>
                </a:lnTo>
                <a:lnTo>
                  <a:pt x="4113702" y="1969301"/>
                </a:lnTo>
                <a:lnTo>
                  <a:pt x="4170537" y="1965869"/>
                </a:lnTo>
                <a:lnTo>
                  <a:pt x="4221634" y="1962275"/>
                </a:lnTo>
                <a:lnTo>
                  <a:pt x="4262358" y="1960142"/>
                </a:lnTo>
                <a:lnTo>
                  <a:pt x="4298300" y="1960183"/>
                </a:lnTo>
                <a:lnTo>
                  <a:pt x="4336043" y="1962043"/>
                </a:lnTo>
                <a:lnTo>
                  <a:pt x="4341280" y="1960571"/>
                </a:lnTo>
                <a:lnTo>
                  <a:pt x="4390413" y="1958065"/>
                </a:lnTo>
                <a:lnTo>
                  <a:pt x="4429705" y="1955661"/>
                </a:lnTo>
                <a:lnTo>
                  <a:pt x="4459750" y="1952508"/>
                </a:lnTo>
                <a:lnTo>
                  <a:pt x="4481142" y="1947753"/>
                </a:lnTo>
                <a:lnTo>
                  <a:pt x="4527689" y="1942337"/>
                </a:lnTo>
                <a:lnTo>
                  <a:pt x="4557889" y="1939570"/>
                </a:lnTo>
                <a:lnTo>
                  <a:pt x="4579957" y="1938669"/>
                </a:lnTo>
                <a:lnTo>
                  <a:pt x="4602105" y="1938851"/>
                </a:lnTo>
                <a:lnTo>
                  <a:pt x="4628850" y="1932046"/>
                </a:lnTo>
                <a:lnTo>
                  <a:pt x="4657086" y="1928809"/>
                </a:lnTo>
                <a:lnTo>
                  <a:pt x="4687508" y="1923439"/>
                </a:lnTo>
                <a:lnTo>
                  <a:pt x="4720809" y="1910236"/>
                </a:lnTo>
                <a:lnTo>
                  <a:pt x="4736652" y="1902712"/>
                </a:lnTo>
                <a:lnTo>
                  <a:pt x="4754555" y="1903312"/>
                </a:lnTo>
                <a:lnTo>
                  <a:pt x="4771374" y="1902894"/>
                </a:lnTo>
                <a:lnTo>
                  <a:pt x="4783965" y="1892313"/>
                </a:lnTo>
                <a:lnTo>
                  <a:pt x="4791674" y="1881254"/>
                </a:lnTo>
                <a:lnTo>
                  <a:pt x="4802543" y="1876671"/>
                </a:lnTo>
                <a:lnTo>
                  <a:pt x="4815152" y="1875064"/>
                </a:lnTo>
                <a:lnTo>
                  <a:pt x="4828080" y="1872931"/>
                </a:lnTo>
                <a:lnTo>
                  <a:pt x="4856346" y="1861716"/>
                </a:lnTo>
                <a:lnTo>
                  <a:pt x="4905802" y="1856756"/>
                </a:lnTo>
                <a:lnTo>
                  <a:pt x="4957354" y="1857072"/>
                </a:lnTo>
                <a:lnTo>
                  <a:pt x="4991903" y="1861684"/>
                </a:lnTo>
                <a:lnTo>
                  <a:pt x="5040398" y="1856097"/>
                </a:lnTo>
                <a:lnTo>
                  <a:pt x="5118833" y="1851293"/>
                </a:lnTo>
                <a:lnTo>
                  <a:pt x="5156960" y="1846748"/>
                </a:lnTo>
                <a:lnTo>
                  <a:pt x="5168740" y="1846994"/>
                </a:lnTo>
                <a:lnTo>
                  <a:pt x="5179778" y="1846077"/>
                </a:lnTo>
                <a:lnTo>
                  <a:pt x="5190145" y="1844121"/>
                </a:lnTo>
                <a:lnTo>
                  <a:pt x="5214119" y="1836850"/>
                </a:lnTo>
                <a:lnTo>
                  <a:pt x="5240843" y="1839911"/>
                </a:lnTo>
                <a:lnTo>
                  <a:pt x="5255051" y="1835514"/>
                </a:lnTo>
                <a:lnTo>
                  <a:pt x="5340615" y="1830544"/>
                </a:lnTo>
                <a:lnTo>
                  <a:pt x="5360765" y="1828340"/>
                </a:lnTo>
                <a:lnTo>
                  <a:pt x="5408617" y="1822348"/>
                </a:lnTo>
                <a:lnTo>
                  <a:pt x="5450783" y="1827293"/>
                </a:lnTo>
                <a:lnTo>
                  <a:pt x="5499423" y="1827753"/>
                </a:lnTo>
                <a:lnTo>
                  <a:pt x="5552929" y="1824485"/>
                </a:lnTo>
                <a:lnTo>
                  <a:pt x="5609690" y="1818249"/>
                </a:lnTo>
                <a:lnTo>
                  <a:pt x="5668095" y="1809802"/>
                </a:lnTo>
                <a:lnTo>
                  <a:pt x="5726537" y="1799902"/>
                </a:lnTo>
                <a:lnTo>
                  <a:pt x="5783403" y="1789310"/>
                </a:lnTo>
                <a:lnTo>
                  <a:pt x="5885973" y="1769077"/>
                </a:lnTo>
                <a:lnTo>
                  <a:pt x="5928457" y="1760955"/>
                </a:lnTo>
                <a:lnTo>
                  <a:pt x="5962926" y="1755173"/>
                </a:lnTo>
                <a:lnTo>
                  <a:pt x="5988067" y="1743757"/>
                </a:lnTo>
                <a:lnTo>
                  <a:pt x="6002419" y="1740301"/>
                </a:lnTo>
                <a:lnTo>
                  <a:pt x="6032621" y="1742325"/>
                </a:lnTo>
                <a:lnTo>
                  <a:pt x="6079852" y="1752961"/>
                </a:lnTo>
                <a:lnTo>
                  <a:pt x="6120685" y="1752128"/>
                </a:lnTo>
                <a:lnTo>
                  <a:pt x="6157832" y="1745021"/>
                </a:lnTo>
                <a:lnTo>
                  <a:pt x="6194007" y="1736837"/>
                </a:lnTo>
                <a:lnTo>
                  <a:pt x="6231922" y="1732769"/>
                </a:lnTo>
                <a:lnTo>
                  <a:pt x="6274290" y="1738014"/>
                </a:lnTo>
                <a:lnTo>
                  <a:pt x="6292092" y="1735051"/>
                </a:lnTo>
                <a:lnTo>
                  <a:pt x="6309804" y="1733085"/>
                </a:lnTo>
                <a:lnTo>
                  <a:pt x="6327414" y="1731913"/>
                </a:lnTo>
                <a:lnTo>
                  <a:pt x="6344911" y="1731328"/>
                </a:lnTo>
                <a:lnTo>
                  <a:pt x="6402862" y="1730870"/>
                </a:lnTo>
                <a:lnTo>
                  <a:pt x="6417909" y="1735893"/>
                </a:lnTo>
                <a:lnTo>
                  <a:pt x="6434181" y="1742898"/>
                </a:lnTo>
                <a:lnTo>
                  <a:pt x="6481277" y="1740542"/>
                </a:lnTo>
                <a:lnTo>
                  <a:pt x="6492429" y="1731590"/>
                </a:lnTo>
                <a:lnTo>
                  <a:pt x="6507199" y="1733943"/>
                </a:lnTo>
                <a:lnTo>
                  <a:pt x="6521971" y="1731645"/>
                </a:lnTo>
                <a:lnTo>
                  <a:pt x="6575567" y="1721901"/>
                </a:lnTo>
                <a:lnTo>
                  <a:pt x="6582112" y="1722682"/>
                </a:lnTo>
                <a:lnTo>
                  <a:pt x="6587851" y="1719685"/>
                </a:lnTo>
                <a:lnTo>
                  <a:pt x="6595713" y="1721996"/>
                </a:lnTo>
                <a:lnTo>
                  <a:pt x="6598960" y="1719451"/>
                </a:lnTo>
                <a:lnTo>
                  <a:pt x="6638641" y="1725437"/>
                </a:lnTo>
                <a:lnTo>
                  <a:pt x="6660869" y="1727031"/>
                </a:lnTo>
                <a:lnTo>
                  <a:pt x="6705017" y="1736178"/>
                </a:lnTo>
                <a:lnTo>
                  <a:pt x="6712939" y="1732254"/>
                </a:lnTo>
                <a:lnTo>
                  <a:pt x="6778999" y="1737277"/>
                </a:lnTo>
                <a:lnTo>
                  <a:pt x="6779748" y="1734668"/>
                </a:lnTo>
                <a:lnTo>
                  <a:pt x="6797516" y="1724482"/>
                </a:lnTo>
                <a:lnTo>
                  <a:pt x="6802930" y="1724658"/>
                </a:lnTo>
                <a:lnTo>
                  <a:pt x="6835922" y="1720746"/>
                </a:lnTo>
                <a:lnTo>
                  <a:pt x="6850052" y="1713430"/>
                </a:lnTo>
                <a:lnTo>
                  <a:pt x="6866971" y="1710044"/>
                </a:lnTo>
                <a:lnTo>
                  <a:pt x="6908330" y="1717922"/>
                </a:lnTo>
                <a:lnTo>
                  <a:pt x="6915849" y="1711532"/>
                </a:lnTo>
                <a:lnTo>
                  <a:pt x="6924257" y="1708417"/>
                </a:lnTo>
                <a:lnTo>
                  <a:pt x="6934111" y="1708135"/>
                </a:lnTo>
                <a:lnTo>
                  <a:pt x="6945970" y="1710244"/>
                </a:lnTo>
                <a:lnTo>
                  <a:pt x="6964980" y="1705998"/>
                </a:lnTo>
                <a:lnTo>
                  <a:pt x="6977756" y="1698353"/>
                </a:lnTo>
                <a:lnTo>
                  <a:pt x="6990400" y="1693518"/>
                </a:lnTo>
                <a:lnTo>
                  <a:pt x="7009016" y="1697704"/>
                </a:lnTo>
                <a:lnTo>
                  <a:pt x="7016367" y="1690314"/>
                </a:lnTo>
                <a:lnTo>
                  <a:pt x="7036251" y="1686559"/>
                </a:lnTo>
                <a:lnTo>
                  <a:pt x="7054441" y="1682778"/>
                </a:lnTo>
                <a:lnTo>
                  <a:pt x="7056710" y="1675312"/>
                </a:lnTo>
                <a:lnTo>
                  <a:pt x="7071110" y="1670333"/>
                </a:lnTo>
                <a:lnTo>
                  <a:pt x="7083056" y="1672014"/>
                </a:lnTo>
                <a:lnTo>
                  <a:pt x="7094952" y="1674014"/>
                </a:lnTo>
                <a:lnTo>
                  <a:pt x="7109203" y="1669991"/>
                </a:lnTo>
                <a:lnTo>
                  <a:pt x="7117346" y="1670882"/>
                </a:lnTo>
                <a:lnTo>
                  <a:pt x="7114080" y="1676462"/>
                </a:lnTo>
                <a:lnTo>
                  <a:pt x="7111241" y="1682707"/>
                </a:lnTo>
                <a:lnTo>
                  <a:pt x="7120663" y="1685593"/>
                </a:lnTo>
                <a:lnTo>
                  <a:pt x="7135365" y="1686477"/>
                </a:lnTo>
                <a:lnTo>
                  <a:pt x="7145444" y="1689906"/>
                </a:lnTo>
                <a:lnTo>
                  <a:pt x="7153346" y="1692352"/>
                </a:lnTo>
                <a:lnTo>
                  <a:pt x="7161517" y="1690289"/>
                </a:lnTo>
                <a:lnTo>
                  <a:pt x="7165569" y="1687849"/>
                </a:lnTo>
                <a:lnTo>
                  <a:pt x="7170425" y="1683028"/>
                </a:lnTo>
                <a:lnTo>
                  <a:pt x="7177053" y="1674432"/>
                </a:lnTo>
                <a:lnTo>
                  <a:pt x="7197743" y="1675571"/>
                </a:lnTo>
                <a:lnTo>
                  <a:pt x="7214944" y="1671139"/>
                </a:lnTo>
                <a:lnTo>
                  <a:pt x="7234606" y="1663659"/>
                </a:lnTo>
                <a:lnTo>
                  <a:pt x="7262677" y="1655654"/>
                </a:lnTo>
                <a:lnTo>
                  <a:pt x="7275971" y="1658950"/>
                </a:lnTo>
                <a:lnTo>
                  <a:pt x="7288423" y="1658454"/>
                </a:lnTo>
                <a:lnTo>
                  <a:pt x="7300300" y="1654939"/>
                </a:lnTo>
                <a:lnTo>
                  <a:pt x="7311872" y="1649175"/>
                </a:lnTo>
                <a:lnTo>
                  <a:pt x="7328216" y="1648432"/>
                </a:lnTo>
                <a:lnTo>
                  <a:pt x="7344418" y="1646613"/>
                </a:lnTo>
                <a:lnTo>
                  <a:pt x="7360617" y="1643961"/>
                </a:lnTo>
                <a:lnTo>
                  <a:pt x="7405381" y="1635006"/>
                </a:lnTo>
                <a:lnTo>
                  <a:pt x="7425325" y="1638496"/>
                </a:lnTo>
                <a:lnTo>
                  <a:pt x="7433530" y="1637781"/>
                </a:lnTo>
                <a:lnTo>
                  <a:pt x="7447780" y="1637959"/>
                </a:lnTo>
                <a:lnTo>
                  <a:pt x="7465658" y="1635732"/>
                </a:lnTo>
                <a:lnTo>
                  <a:pt x="7476155" y="1626556"/>
                </a:lnTo>
                <a:lnTo>
                  <a:pt x="7491291" y="1628089"/>
                </a:lnTo>
                <a:lnTo>
                  <a:pt x="7508521" y="1620403"/>
                </a:lnTo>
                <a:lnTo>
                  <a:pt x="7511327" y="1624383"/>
                </a:lnTo>
                <a:lnTo>
                  <a:pt x="7524969" y="1629699"/>
                </a:lnTo>
                <a:lnTo>
                  <a:pt x="7587623" y="1601210"/>
                </a:lnTo>
                <a:lnTo>
                  <a:pt x="7599429" y="1597052"/>
                </a:lnTo>
                <a:lnTo>
                  <a:pt x="7624283" y="1590325"/>
                </a:lnTo>
                <a:lnTo>
                  <a:pt x="7626267" y="1587947"/>
                </a:lnTo>
                <a:lnTo>
                  <a:pt x="7664593" y="1579980"/>
                </a:lnTo>
                <a:lnTo>
                  <a:pt x="7675794" y="1570668"/>
                </a:lnTo>
                <a:lnTo>
                  <a:pt x="7696304" y="1564473"/>
                </a:lnTo>
                <a:lnTo>
                  <a:pt x="7717085" y="1560602"/>
                </a:lnTo>
                <a:lnTo>
                  <a:pt x="7735915" y="1554824"/>
                </a:lnTo>
                <a:lnTo>
                  <a:pt x="7750569" y="1542907"/>
                </a:lnTo>
                <a:lnTo>
                  <a:pt x="7757839" y="1538156"/>
                </a:lnTo>
                <a:lnTo>
                  <a:pt x="7764814" y="1535767"/>
                </a:lnTo>
                <a:lnTo>
                  <a:pt x="7771568" y="1534855"/>
                </a:lnTo>
                <a:lnTo>
                  <a:pt x="7790275" y="1535652"/>
                </a:lnTo>
                <a:lnTo>
                  <a:pt x="7795181" y="1542563"/>
                </a:lnTo>
                <a:lnTo>
                  <a:pt x="7806834" y="1539373"/>
                </a:lnTo>
                <a:lnTo>
                  <a:pt x="7816253" y="1541631"/>
                </a:lnTo>
                <a:lnTo>
                  <a:pt x="7822370" y="1542845"/>
                </a:lnTo>
                <a:lnTo>
                  <a:pt x="7828494" y="1542901"/>
                </a:lnTo>
                <a:lnTo>
                  <a:pt x="7833803" y="1526053"/>
                </a:lnTo>
                <a:lnTo>
                  <a:pt x="7849993" y="1522733"/>
                </a:lnTo>
                <a:lnTo>
                  <a:pt x="7864417" y="1520959"/>
                </a:lnTo>
                <a:lnTo>
                  <a:pt x="7864428" y="1508752"/>
                </a:lnTo>
                <a:lnTo>
                  <a:pt x="7880286" y="1501582"/>
                </a:lnTo>
                <a:lnTo>
                  <a:pt x="7886149" y="1493451"/>
                </a:lnTo>
                <a:lnTo>
                  <a:pt x="7892903" y="1490704"/>
                </a:lnTo>
                <a:lnTo>
                  <a:pt x="7911435" y="1499685"/>
                </a:lnTo>
                <a:lnTo>
                  <a:pt x="7956692" y="1475468"/>
                </a:lnTo>
                <a:lnTo>
                  <a:pt x="8008386" y="1454075"/>
                </a:lnTo>
                <a:lnTo>
                  <a:pt x="8058213" y="1429925"/>
                </a:lnTo>
                <a:lnTo>
                  <a:pt x="8097866" y="1397436"/>
                </a:lnTo>
                <a:lnTo>
                  <a:pt x="8125201" y="1385587"/>
                </a:lnTo>
                <a:lnTo>
                  <a:pt x="8143138" y="1372889"/>
                </a:lnTo>
                <a:lnTo>
                  <a:pt x="8158866" y="1359913"/>
                </a:lnTo>
                <a:lnTo>
                  <a:pt x="8179570" y="1347231"/>
                </a:lnTo>
                <a:lnTo>
                  <a:pt x="8193566" y="1344124"/>
                </a:lnTo>
                <a:lnTo>
                  <a:pt x="8223542" y="1342571"/>
                </a:lnTo>
                <a:lnTo>
                  <a:pt x="8259072" y="1335355"/>
                </a:lnTo>
                <a:lnTo>
                  <a:pt x="8289730" y="1315258"/>
                </a:lnTo>
                <a:lnTo>
                  <a:pt x="8388894" y="1267840"/>
                </a:lnTo>
                <a:lnTo>
                  <a:pt x="8456326" y="1242479"/>
                </a:lnTo>
                <a:lnTo>
                  <a:pt x="8470792" y="1222418"/>
                </a:lnTo>
                <a:lnTo>
                  <a:pt x="8489332" y="1206314"/>
                </a:lnTo>
                <a:lnTo>
                  <a:pt x="8493568" y="1206365"/>
                </a:lnTo>
                <a:lnTo>
                  <a:pt x="8503154" y="1210072"/>
                </a:lnTo>
                <a:lnTo>
                  <a:pt x="8510357" y="1208327"/>
                </a:lnTo>
                <a:lnTo>
                  <a:pt x="8535689" y="1200224"/>
                </a:lnTo>
                <a:lnTo>
                  <a:pt x="8536411" y="1201886"/>
                </a:lnTo>
                <a:lnTo>
                  <a:pt x="8537510" y="1201705"/>
                </a:lnTo>
                <a:lnTo>
                  <a:pt x="8548734" y="1191527"/>
                </a:lnTo>
                <a:lnTo>
                  <a:pt x="8553865" y="1188209"/>
                </a:lnTo>
                <a:lnTo>
                  <a:pt x="8560608" y="1202669"/>
                </a:lnTo>
                <a:lnTo>
                  <a:pt x="8570628" y="1203259"/>
                </a:lnTo>
                <a:lnTo>
                  <a:pt x="8582333" y="1199931"/>
                </a:lnTo>
                <a:lnTo>
                  <a:pt x="8593680" y="1197644"/>
                </a:lnTo>
                <a:lnTo>
                  <a:pt x="8602624" y="1201357"/>
                </a:lnTo>
                <a:lnTo>
                  <a:pt x="8617647" y="1190966"/>
                </a:lnTo>
                <a:lnTo>
                  <a:pt x="8633461" y="1181174"/>
                </a:lnTo>
                <a:lnTo>
                  <a:pt x="8639935" y="1177899"/>
                </a:lnTo>
                <a:lnTo>
                  <a:pt x="8640179" y="1178157"/>
                </a:lnTo>
                <a:lnTo>
                  <a:pt x="8641830" y="1178137"/>
                </a:lnTo>
                <a:lnTo>
                  <a:pt x="8644050" y="1177320"/>
                </a:lnTo>
                <a:lnTo>
                  <a:pt x="8647239" y="1175346"/>
                </a:lnTo>
                <a:lnTo>
                  <a:pt x="8651750" y="1171925"/>
                </a:lnTo>
                <a:lnTo>
                  <a:pt x="8669397" y="1165534"/>
                </a:lnTo>
                <a:lnTo>
                  <a:pt x="8672499" y="1168624"/>
                </a:lnTo>
                <a:lnTo>
                  <a:pt x="8673490" y="1167603"/>
                </a:lnTo>
                <a:lnTo>
                  <a:pt x="8677194" y="1159751"/>
                </a:lnTo>
                <a:lnTo>
                  <a:pt x="8681040" y="1154960"/>
                </a:lnTo>
                <a:lnTo>
                  <a:pt x="8687941" y="1156261"/>
                </a:lnTo>
                <a:lnTo>
                  <a:pt x="8700806" y="1166688"/>
                </a:lnTo>
                <a:lnTo>
                  <a:pt x="8712159" y="1156653"/>
                </a:lnTo>
                <a:lnTo>
                  <a:pt x="8723900" y="1154510"/>
                </a:lnTo>
                <a:lnTo>
                  <a:pt x="8738355" y="1154842"/>
                </a:lnTo>
                <a:lnTo>
                  <a:pt x="8757848" y="1152232"/>
                </a:lnTo>
                <a:lnTo>
                  <a:pt x="8764046" y="1142829"/>
                </a:lnTo>
                <a:lnTo>
                  <a:pt x="8771385" y="1138151"/>
                </a:lnTo>
                <a:lnTo>
                  <a:pt x="8779688" y="1137196"/>
                </a:lnTo>
                <a:lnTo>
                  <a:pt x="8788778" y="1138962"/>
                </a:lnTo>
                <a:lnTo>
                  <a:pt x="8808502" y="1128194"/>
                </a:lnTo>
                <a:lnTo>
                  <a:pt x="8829646" y="1121271"/>
                </a:lnTo>
                <a:lnTo>
                  <a:pt x="8852011" y="1115472"/>
                </a:lnTo>
                <a:lnTo>
                  <a:pt x="8875400" y="1108076"/>
                </a:lnTo>
                <a:lnTo>
                  <a:pt x="8896071" y="1093191"/>
                </a:lnTo>
                <a:lnTo>
                  <a:pt x="8917214" y="1088416"/>
                </a:lnTo>
                <a:lnTo>
                  <a:pt x="8939548" y="1086756"/>
                </a:lnTo>
                <a:lnTo>
                  <a:pt x="8963794" y="1081220"/>
                </a:lnTo>
                <a:lnTo>
                  <a:pt x="9013145" y="1075682"/>
                </a:lnTo>
                <a:lnTo>
                  <a:pt x="9018566" y="1073875"/>
                </a:lnTo>
                <a:lnTo>
                  <a:pt x="9027998" y="1072532"/>
                </a:lnTo>
                <a:lnTo>
                  <a:pt x="9042072" y="1071067"/>
                </a:lnTo>
                <a:lnTo>
                  <a:pt x="9042380" y="1071241"/>
                </a:lnTo>
                <a:lnTo>
                  <a:pt x="9048028" y="1066359"/>
                </a:lnTo>
                <a:lnTo>
                  <a:pt x="9061345" y="1052792"/>
                </a:lnTo>
                <a:lnTo>
                  <a:pt x="9073715" y="1038895"/>
                </a:lnTo>
                <a:lnTo>
                  <a:pt x="9084823" y="1034005"/>
                </a:lnTo>
                <a:lnTo>
                  <a:pt x="9094519" y="1028863"/>
                </a:lnTo>
                <a:lnTo>
                  <a:pt x="9103744" y="1024512"/>
                </a:lnTo>
                <a:lnTo>
                  <a:pt x="9113441" y="1021993"/>
                </a:lnTo>
                <a:lnTo>
                  <a:pt x="9120560" y="1017972"/>
                </a:lnTo>
                <a:lnTo>
                  <a:pt x="9132587" y="1012420"/>
                </a:lnTo>
                <a:lnTo>
                  <a:pt x="9144475" y="1007725"/>
                </a:lnTo>
                <a:lnTo>
                  <a:pt x="9151174" y="1006276"/>
                </a:lnTo>
                <a:lnTo>
                  <a:pt x="9156875" y="1029699"/>
                </a:lnTo>
                <a:lnTo>
                  <a:pt x="9172370" y="988456"/>
                </a:lnTo>
                <a:lnTo>
                  <a:pt x="9200339" y="981824"/>
                </a:lnTo>
                <a:lnTo>
                  <a:pt x="9208630" y="972960"/>
                </a:lnTo>
                <a:lnTo>
                  <a:pt x="9209241" y="967233"/>
                </a:lnTo>
                <a:lnTo>
                  <a:pt x="9295291" y="939800"/>
                </a:lnTo>
                <a:lnTo>
                  <a:pt x="9347894" y="920523"/>
                </a:lnTo>
                <a:lnTo>
                  <a:pt x="9361436" y="908477"/>
                </a:lnTo>
                <a:lnTo>
                  <a:pt x="9380514" y="899762"/>
                </a:lnTo>
                <a:lnTo>
                  <a:pt x="9405362" y="892383"/>
                </a:lnTo>
                <a:lnTo>
                  <a:pt x="9436213" y="884347"/>
                </a:lnTo>
                <a:lnTo>
                  <a:pt x="9480653" y="868671"/>
                </a:lnTo>
                <a:lnTo>
                  <a:pt x="9525854" y="858964"/>
                </a:lnTo>
                <a:lnTo>
                  <a:pt x="9572012" y="852932"/>
                </a:lnTo>
                <a:lnTo>
                  <a:pt x="9619325" y="848281"/>
                </a:lnTo>
                <a:lnTo>
                  <a:pt x="9659417" y="827048"/>
                </a:lnTo>
                <a:lnTo>
                  <a:pt x="9697511" y="810389"/>
                </a:lnTo>
                <a:lnTo>
                  <a:pt x="9736604" y="791443"/>
                </a:lnTo>
                <a:lnTo>
                  <a:pt x="9779693" y="763348"/>
                </a:lnTo>
                <a:lnTo>
                  <a:pt x="9829775" y="719240"/>
                </a:lnTo>
                <a:lnTo>
                  <a:pt x="9919543" y="671278"/>
                </a:lnTo>
                <a:lnTo>
                  <a:pt x="9933273" y="659981"/>
                </a:lnTo>
                <a:lnTo>
                  <a:pt x="9955342" y="643073"/>
                </a:lnTo>
                <a:lnTo>
                  <a:pt x="9978784" y="628508"/>
                </a:lnTo>
                <a:lnTo>
                  <a:pt x="9996633" y="624236"/>
                </a:lnTo>
                <a:lnTo>
                  <a:pt x="10016780" y="609457"/>
                </a:lnTo>
                <a:lnTo>
                  <a:pt x="10031540" y="594048"/>
                </a:lnTo>
                <a:lnTo>
                  <a:pt x="10037349" y="589419"/>
                </a:lnTo>
                <a:lnTo>
                  <a:pt x="10064155" y="584880"/>
                </a:lnTo>
                <a:lnTo>
                  <a:pt x="10069272" y="584202"/>
                </a:lnTo>
                <a:lnTo>
                  <a:pt x="10072416" y="583095"/>
                </a:lnTo>
                <a:lnTo>
                  <a:pt x="10074310" y="581601"/>
                </a:lnTo>
                <a:lnTo>
                  <a:pt x="10074389" y="581080"/>
                </a:lnTo>
                <a:lnTo>
                  <a:pt x="10084233" y="578865"/>
                </a:lnTo>
                <a:lnTo>
                  <a:pt x="10098899" y="569051"/>
                </a:lnTo>
                <a:lnTo>
                  <a:pt x="10148350" y="534751"/>
                </a:lnTo>
                <a:lnTo>
                  <a:pt x="10168535" y="531717"/>
                </a:lnTo>
                <a:lnTo>
                  <a:pt x="10190510" y="525392"/>
                </a:lnTo>
                <a:lnTo>
                  <a:pt x="10204975" y="514262"/>
                </a:lnTo>
                <a:lnTo>
                  <a:pt x="10202626" y="496813"/>
                </a:lnTo>
                <a:lnTo>
                  <a:pt x="10209391" y="495115"/>
                </a:lnTo>
                <a:lnTo>
                  <a:pt x="10212470" y="491241"/>
                </a:lnTo>
                <a:lnTo>
                  <a:pt x="10213825" y="486271"/>
                </a:lnTo>
                <a:lnTo>
                  <a:pt x="10213940" y="484106"/>
                </a:lnTo>
                <a:lnTo>
                  <a:pt x="10262238" y="479243"/>
                </a:lnTo>
                <a:lnTo>
                  <a:pt x="10267290" y="475072"/>
                </a:lnTo>
                <a:lnTo>
                  <a:pt x="10323252" y="479177"/>
                </a:lnTo>
                <a:lnTo>
                  <a:pt x="10329214" y="481257"/>
                </a:lnTo>
                <a:lnTo>
                  <a:pt x="10336385" y="480689"/>
                </a:lnTo>
                <a:lnTo>
                  <a:pt x="10346245" y="474130"/>
                </a:lnTo>
                <a:lnTo>
                  <a:pt x="10348163" y="471679"/>
                </a:lnTo>
                <a:lnTo>
                  <a:pt x="10369815" y="474478"/>
                </a:lnTo>
                <a:lnTo>
                  <a:pt x="10408726" y="463848"/>
                </a:lnTo>
                <a:lnTo>
                  <a:pt x="10521252" y="431091"/>
                </a:lnTo>
                <a:lnTo>
                  <a:pt x="10576556" y="415960"/>
                </a:lnTo>
                <a:lnTo>
                  <a:pt x="10633346" y="403956"/>
                </a:lnTo>
                <a:lnTo>
                  <a:pt x="10685188" y="392104"/>
                </a:lnTo>
                <a:lnTo>
                  <a:pt x="10773064" y="370742"/>
                </a:lnTo>
                <a:lnTo>
                  <a:pt x="10804057" y="351843"/>
                </a:lnTo>
                <a:lnTo>
                  <a:pt x="10845840" y="346919"/>
                </a:lnTo>
                <a:lnTo>
                  <a:pt x="10878963" y="346355"/>
                </a:lnTo>
                <a:lnTo>
                  <a:pt x="10883971" y="340539"/>
                </a:lnTo>
                <a:lnTo>
                  <a:pt x="10927510" y="343224"/>
                </a:lnTo>
                <a:lnTo>
                  <a:pt x="10971181" y="334654"/>
                </a:lnTo>
                <a:lnTo>
                  <a:pt x="11014929" y="319376"/>
                </a:lnTo>
                <a:lnTo>
                  <a:pt x="11058701" y="301937"/>
                </a:lnTo>
                <a:lnTo>
                  <a:pt x="11102444" y="286882"/>
                </a:lnTo>
                <a:lnTo>
                  <a:pt x="11146104" y="278759"/>
                </a:lnTo>
                <a:lnTo>
                  <a:pt x="11160458" y="251467"/>
                </a:lnTo>
                <a:lnTo>
                  <a:pt x="11170215" y="248394"/>
                </a:lnTo>
                <a:lnTo>
                  <a:pt x="11183005" y="252288"/>
                </a:lnTo>
                <a:lnTo>
                  <a:pt x="11206458" y="245894"/>
                </a:lnTo>
                <a:lnTo>
                  <a:pt x="11227998" y="240802"/>
                </a:lnTo>
                <a:lnTo>
                  <a:pt x="11252791" y="237011"/>
                </a:lnTo>
                <a:lnTo>
                  <a:pt x="11275794" y="234128"/>
                </a:lnTo>
                <a:lnTo>
                  <a:pt x="11291967" y="231755"/>
                </a:lnTo>
                <a:lnTo>
                  <a:pt x="11295077" y="227909"/>
                </a:lnTo>
                <a:lnTo>
                  <a:pt x="11310750" y="220840"/>
                </a:lnTo>
                <a:lnTo>
                  <a:pt x="11311147" y="208433"/>
                </a:lnTo>
                <a:lnTo>
                  <a:pt x="11345532" y="183808"/>
                </a:lnTo>
                <a:lnTo>
                  <a:pt x="11396024" y="177650"/>
                </a:lnTo>
                <a:lnTo>
                  <a:pt x="11430859" y="159867"/>
                </a:lnTo>
                <a:lnTo>
                  <a:pt x="11467865" y="143173"/>
                </a:lnTo>
                <a:lnTo>
                  <a:pt x="11508579" y="143865"/>
                </a:lnTo>
                <a:lnTo>
                  <a:pt x="11529387" y="143274"/>
                </a:lnTo>
                <a:lnTo>
                  <a:pt x="11555980" y="137457"/>
                </a:lnTo>
                <a:lnTo>
                  <a:pt x="11580206" y="127740"/>
                </a:lnTo>
                <a:lnTo>
                  <a:pt x="11593912" y="115449"/>
                </a:lnTo>
                <a:lnTo>
                  <a:pt x="11602855" y="112028"/>
                </a:lnTo>
                <a:lnTo>
                  <a:pt x="11611655" y="109065"/>
                </a:lnTo>
                <a:lnTo>
                  <a:pt x="11618719" y="103978"/>
                </a:lnTo>
                <a:lnTo>
                  <a:pt x="11622453" y="94183"/>
                </a:lnTo>
                <a:lnTo>
                  <a:pt x="11632718" y="84609"/>
                </a:lnTo>
                <a:lnTo>
                  <a:pt x="11649647" y="82854"/>
                </a:lnTo>
                <a:lnTo>
                  <a:pt x="11663595" y="81098"/>
                </a:lnTo>
                <a:lnTo>
                  <a:pt x="11664914" y="71525"/>
                </a:lnTo>
                <a:lnTo>
                  <a:pt x="11682309" y="73499"/>
                </a:lnTo>
                <a:lnTo>
                  <a:pt x="11696696" y="66454"/>
                </a:lnTo>
                <a:lnTo>
                  <a:pt x="11709160" y="53942"/>
                </a:lnTo>
                <a:lnTo>
                  <a:pt x="11720784" y="39513"/>
                </a:lnTo>
                <a:lnTo>
                  <a:pt x="11727524" y="32768"/>
                </a:lnTo>
                <a:lnTo>
                  <a:pt x="11766175" y="0"/>
                </a:lnTo>
                <a:close/>
              </a:path>
            </a:pathLst>
          </a:custGeom>
          <a:solidFill>
            <a:srgbClr val="82766A">
              <a:alpha val="1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8412" rIns="0" bIns="0" rtlCol="0" vert="horz">
            <a:spAutoFit/>
          </a:bodyPr>
          <a:lstStyle/>
          <a:p>
            <a:pPr marL="18415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Summary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215774" y="2321052"/>
            <a:ext cx="6899275" cy="156210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240665" marR="27305" indent="-228600">
              <a:lnSpc>
                <a:spcPct val="91500"/>
              </a:lnSpc>
              <a:spcBef>
                <a:spcPts val="3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summary,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situation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bleak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determining </a:t>
            </a:r>
            <a:r>
              <a:rPr dirty="0" sz="2000">
                <a:latin typeface="Calibri"/>
                <a:cs typeface="Calibri"/>
              </a:rPr>
              <a:t>what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alien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minds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consciousness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what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their consciousness</a:t>
            </a:r>
            <a:r>
              <a:rPr dirty="0" sz="2000">
                <a:latin typeface="Calibri"/>
                <a:cs typeface="Calibri"/>
              </a:rPr>
              <a:t> is </a:t>
            </a:r>
            <a:r>
              <a:rPr dirty="0" sz="2000" spc="-20">
                <a:latin typeface="Calibri"/>
                <a:cs typeface="Calibri"/>
              </a:rPr>
              <a:t>like.</a:t>
            </a:r>
            <a:endParaRPr sz="2000">
              <a:latin typeface="Calibri"/>
              <a:cs typeface="Calibri"/>
            </a:endParaRPr>
          </a:p>
          <a:p>
            <a:pPr marL="240665" marR="5080" indent="-228600">
              <a:lnSpc>
                <a:spcPts val="2210"/>
              </a:lnSpc>
              <a:spcBef>
                <a:spcPts val="93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seems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principled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difficulties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stand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way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so </a:t>
            </a:r>
            <a:r>
              <a:rPr dirty="0" sz="2000">
                <a:latin typeface="Calibri"/>
                <a:cs typeface="Calibri"/>
              </a:rPr>
              <a:t>long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explanatory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gap.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90894" y="1330134"/>
            <a:ext cx="1923130" cy="1923129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5381623" y="6209414"/>
            <a:ext cx="6810375" cy="648970"/>
          </a:xfrm>
          <a:custGeom>
            <a:avLst/>
            <a:gdLst/>
            <a:ahLst/>
            <a:cxnLst/>
            <a:rect l="l" t="t" r="r" b="b"/>
            <a:pathLst>
              <a:path w="6810375" h="648970">
                <a:moveTo>
                  <a:pt x="6418884" y="0"/>
                </a:moveTo>
                <a:lnTo>
                  <a:pt x="6400433" y="4864"/>
                </a:lnTo>
                <a:lnTo>
                  <a:pt x="6394380" y="6147"/>
                </a:lnTo>
                <a:lnTo>
                  <a:pt x="6389428" y="6191"/>
                </a:lnTo>
                <a:lnTo>
                  <a:pt x="6374278" y="7342"/>
                </a:lnTo>
                <a:lnTo>
                  <a:pt x="6354316" y="8322"/>
                </a:lnTo>
                <a:lnTo>
                  <a:pt x="6335440" y="7656"/>
                </a:lnTo>
                <a:lnTo>
                  <a:pt x="6316064" y="8134"/>
                </a:lnTo>
                <a:lnTo>
                  <a:pt x="6294605" y="12544"/>
                </a:lnTo>
                <a:lnTo>
                  <a:pt x="6280519" y="12286"/>
                </a:lnTo>
                <a:lnTo>
                  <a:pt x="6272404" y="13306"/>
                </a:lnTo>
                <a:lnTo>
                  <a:pt x="6242635" y="22787"/>
                </a:lnTo>
                <a:lnTo>
                  <a:pt x="6226667" y="28494"/>
                </a:lnTo>
                <a:lnTo>
                  <a:pt x="6197165" y="39460"/>
                </a:lnTo>
                <a:lnTo>
                  <a:pt x="6179057" y="39592"/>
                </a:lnTo>
                <a:lnTo>
                  <a:pt x="6164040" y="38708"/>
                </a:lnTo>
                <a:lnTo>
                  <a:pt x="6152293" y="38328"/>
                </a:lnTo>
                <a:lnTo>
                  <a:pt x="6143998" y="39969"/>
                </a:lnTo>
                <a:lnTo>
                  <a:pt x="6122321" y="38843"/>
                </a:lnTo>
                <a:lnTo>
                  <a:pt x="6067215" y="34525"/>
                </a:lnTo>
                <a:lnTo>
                  <a:pt x="6046613" y="33576"/>
                </a:lnTo>
                <a:lnTo>
                  <a:pt x="6041223" y="33510"/>
                </a:lnTo>
                <a:lnTo>
                  <a:pt x="6035396" y="35371"/>
                </a:lnTo>
                <a:lnTo>
                  <a:pt x="6029370" y="37963"/>
                </a:lnTo>
                <a:lnTo>
                  <a:pt x="6023382" y="40087"/>
                </a:lnTo>
                <a:lnTo>
                  <a:pt x="6006397" y="43248"/>
                </a:lnTo>
                <a:lnTo>
                  <a:pt x="5987422" y="43668"/>
                </a:lnTo>
                <a:lnTo>
                  <a:pt x="5969138" y="43771"/>
                </a:lnTo>
                <a:lnTo>
                  <a:pt x="5948982" y="46693"/>
                </a:lnTo>
                <a:lnTo>
                  <a:pt x="5944132" y="46904"/>
                </a:lnTo>
                <a:lnTo>
                  <a:pt x="5939553" y="46802"/>
                </a:lnTo>
                <a:lnTo>
                  <a:pt x="5927148" y="45796"/>
                </a:lnTo>
                <a:lnTo>
                  <a:pt x="5924447" y="44069"/>
                </a:lnTo>
                <a:lnTo>
                  <a:pt x="5916411" y="44247"/>
                </a:lnTo>
                <a:lnTo>
                  <a:pt x="5906342" y="42797"/>
                </a:lnTo>
                <a:lnTo>
                  <a:pt x="5902262" y="42512"/>
                </a:lnTo>
                <a:lnTo>
                  <a:pt x="5897320" y="45953"/>
                </a:lnTo>
                <a:lnTo>
                  <a:pt x="5886248" y="45958"/>
                </a:lnTo>
                <a:lnTo>
                  <a:pt x="5876482" y="45703"/>
                </a:lnTo>
                <a:lnTo>
                  <a:pt x="5875459" y="48367"/>
                </a:lnTo>
                <a:lnTo>
                  <a:pt x="5841133" y="49685"/>
                </a:lnTo>
                <a:lnTo>
                  <a:pt x="5823635" y="49260"/>
                </a:lnTo>
                <a:lnTo>
                  <a:pt x="5806221" y="46147"/>
                </a:lnTo>
                <a:lnTo>
                  <a:pt x="5702292" y="53690"/>
                </a:lnTo>
                <a:lnTo>
                  <a:pt x="5671441" y="57775"/>
                </a:lnTo>
                <a:lnTo>
                  <a:pt x="5605503" y="67902"/>
                </a:lnTo>
                <a:lnTo>
                  <a:pt x="5575761" y="71668"/>
                </a:lnTo>
                <a:lnTo>
                  <a:pt x="5551858" y="73315"/>
                </a:lnTo>
                <a:lnTo>
                  <a:pt x="5529188" y="75657"/>
                </a:lnTo>
                <a:lnTo>
                  <a:pt x="5506777" y="77037"/>
                </a:lnTo>
                <a:lnTo>
                  <a:pt x="5483649" y="75800"/>
                </a:lnTo>
                <a:lnTo>
                  <a:pt x="5481869" y="77052"/>
                </a:lnTo>
                <a:lnTo>
                  <a:pt x="5479544" y="78075"/>
                </a:lnTo>
                <a:lnTo>
                  <a:pt x="5476847" y="78934"/>
                </a:lnTo>
                <a:lnTo>
                  <a:pt x="5468310" y="80959"/>
                </a:lnTo>
                <a:lnTo>
                  <a:pt x="5467002" y="80756"/>
                </a:lnTo>
                <a:lnTo>
                  <a:pt x="5454478" y="82894"/>
                </a:lnTo>
                <a:lnTo>
                  <a:pt x="5409310" y="89295"/>
                </a:lnTo>
                <a:lnTo>
                  <a:pt x="5407235" y="88396"/>
                </a:lnTo>
                <a:lnTo>
                  <a:pt x="5405149" y="88079"/>
                </a:lnTo>
                <a:lnTo>
                  <a:pt x="5401955" y="88347"/>
                </a:lnTo>
                <a:lnTo>
                  <a:pt x="5403979" y="82972"/>
                </a:lnTo>
                <a:lnTo>
                  <a:pt x="5398879" y="86611"/>
                </a:lnTo>
                <a:lnTo>
                  <a:pt x="5389285" y="87877"/>
                </a:lnTo>
                <a:lnTo>
                  <a:pt x="5385765" y="84185"/>
                </a:lnTo>
                <a:lnTo>
                  <a:pt x="5376511" y="83641"/>
                </a:lnTo>
                <a:lnTo>
                  <a:pt x="5365732" y="83897"/>
                </a:lnTo>
                <a:lnTo>
                  <a:pt x="5357638" y="82602"/>
                </a:lnTo>
                <a:lnTo>
                  <a:pt x="5350567" y="83714"/>
                </a:lnTo>
                <a:lnTo>
                  <a:pt x="5335398" y="85635"/>
                </a:lnTo>
                <a:lnTo>
                  <a:pt x="5329563" y="85925"/>
                </a:lnTo>
                <a:lnTo>
                  <a:pt x="5322431" y="86839"/>
                </a:lnTo>
                <a:lnTo>
                  <a:pt x="5310131" y="87448"/>
                </a:lnTo>
                <a:lnTo>
                  <a:pt x="5303546" y="84494"/>
                </a:lnTo>
                <a:lnTo>
                  <a:pt x="5299146" y="80695"/>
                </a:lnTo>
                <a:lnTo>
                  <a:pt x="5293118" y="78411"/>
                </a:lnTo>
                <a:lnTo>
                  <a:pt x="5281650" y="80004"/>
                </a:lnTo>
                <a:lnTo>
                  <a:pt x="5265857" y="78644"/>
                </a:lnTo>
                <a:lnTo>
                  <a:pt x="5252188" y="76678"/>
                </a:lnTo>
                <a:lnTo>
                  <a:pt x="5238431" y="75481"/>
                </a:lnTo>
                <a:lnTo>
                  <a:pt x="5222374" y="76427"/>
                </a:lnTo>
                <a:lnTo>
                  <a:pt x="5206615" y="75540"/>
                </a:lnTo>
                <a:lnTo>
                  <a:pt x="5191870" y="74429"/>
                </a:lnTo>
                <a:lnTo>
                  <a:pt x="5177564" y="73677"/>
                </a:lnTo>
                <a:lnTo>
                  <a:pt x="5163118" y="73868"/>
                </a:lnTo>
                <a:lnTo>
                  <a:pt x="5156616" y="71798"/>
                </a:lnTo>
                <a:lnTo>
                  <a:pt x="5149909" y="70845"/>
                </a:lnTo>
                <a:lnTo>
                  <a:pt x="5141390" y="73418"/>
                </a:lnTo>
                <a:lnTo>
                  <a:pt x="5129163" y="71944"/>
                </a:lnTo>
                <a:lnTo>
                  <a:pt x="5120674" y="70380"/>
                </a:lnTo>
                <a:lnTo>
                  <a:pt x="5113163" y="69610"/>
                </a:lnTo>
                <a:lnTo>
                  <a:pt x="5103870" y="70514"/>
                </a:lnTo>
                <a:lnTo>
                  <a:pt x="5069892" y="66771"/>
                </a:lnTo>
                <a:lnTo>
                  <a:pt x="5067496" y="66849"/>
                </a:lnTo>
                <a:lnTo>
                  <a:pt x="5060231" y="66553"/>
                </a:lnTo>
                <a:lnTo>
                  <a:pt x="5011209" y="59527"/>
                </a:lnTo>
                <a:lnTo>
                  <a:pt x="4999295" y="60789"/>
                </a:lnTo>
                <a:lnTo>
                  <a:pt x="4997386" y="60390"/>
                </a:lnTo>
                <a:lnTo>
                  <a:pt x="4999635" y="57932"/>
                </a:lnTo>
                <a:lnTo>
                  <a:pt x="4996404" y="57910"/>
                </a:lnTo>
                <a:lnTo>
                  <a:pt x="4994694" y="57412"/>
                </a:lnTo>
                <a:lnTo>
                  <a:pt x="4993464" y="56342"/>
                </a:lnTo>
                <a:lnTo>
                  <a:pt x="4970976" y="57331"/>
                </a:lnTo>
                <a:lnTo>
                  <a:pt x="4968339" y="56858"/>
                </a:lnTo>
                <a:lnTo>
                  <a:pt x="4945669" y="58596"/>
                </a:lnTo>
                <a:lnTo>
                  <a:pt x="4943043" y="59537"/>
                </a:lnTo>
                <a:lnTo>
                  <a:pt x="4931056" y="59262"/>
                </a:lnTo>
                <a:lnTo>
                  <a:pt x="4921363" y="60490"/>
                </a:lnTo>
                <a:lnTo>
                  <a:pt x="4915100" y="61891"/>
                </a:lnTo>
                <a:lnTo>
                  <a:pt x="4912409" y="62962"/>
                </a:lnTo>
                <a:lnTo>
                  <a:pt x="4891590" y="59678"/>
                </a:lnTo>
                <a:lnTo>
                  <a:pt x="4869330" y="59030"/>
                </a:lnTo>
                <a:lnTo>
                  <a:pt x="4846048" y="59305"/>
                </a:lnTo>
                <a:lnTo>
                  <a:pt x="4822164" y="58786"/>
                </a:lnTo>
                <a:lnTo>
                  <a:pt x="4793845" y="61331"/>
                </a:lnTo>
                <a:lnTo>
                  <a:pt x="4738509" y="71474"/>
                </a:lnTo>
                <a:lnTo>
                  <a:pt x="4713550" y="73358"/>
                </a:lnTo>
                <a:lnTo>
                  <a:pt x="4702300" y="71423"/>
                </a:lnTo>
                <a:lnTo>
                  <a:pt x="4686483" y="66634"/>
                </a:lnTo>
                <a:lnTo>
                  <a:pt x="4666547" y="61884"/>
                </a:lnTo>
                <a:lnTo>
                  <a:pt x="4642938" y="60063"/>
                </a:lnTo>
                <a:lnTo>
                  <a:pt x="4618080" y="62053"/>
                </a:lnTo>
                <a:lnTo>
                  <a:pt x="4597654" y="60496"/>
                </a:lnTo>
                <a:lnTo>
                  <a:pt x="4576824" y="58176"/>
                </a:lnTo>
                <a:lnTo>
                  <a:pt x="4550754" y="57874"/>
                </a:lnTo>
                <a:lnTo>
                  <a:pt x="4542052" y="54097"/>
                </a:lnTo>
                <a:lnTo>
                  <a:pt x="4537346" y="53968"/>
                </a:lnTo>
                <a:lnTo>
                  <a:pt x="4531796" y="55046"/>
                </a:lnTo>
                <a:lnTo>
                  <a:pt x="4510304" y="54872"/>
                </a:lnTo>
                <a:lnTo>
                  <a:pt x="4480317" y="55771"/>
                </a:lnTo>
                <a:lnTo>
                  <a:pt x="4478594" y="55279"/>
                </a:lnTo>
                <a:lnTo>
                  <a:pt x="4470867" y="54735"/>
                </a:lnTo>
                <a:lnTo>
                  <a:pt x="4469719" y="52796"/>
                </a:lnTo>
                <a:lnTo>
                  <a:pt x="4458827" y="50697"/>
                </a:lnTo>
                <a:lnTo>
                  <a:pt x="4454589" y="50187"/>
                </a:lnTo>
                <a:lnTo>
                  <a:pt x="4449843" y="49961"/>
                </a:lnTo>
                <a:lnTo>
                  <a:pt x="4428463" y="51032"/>
                </a:lnTo>
                <a:lnTo>
                  <a:pt x="4411130" y="49497"/>
                </a:lnTo>
                <a:lnTo>
                  <a:pt x="4392888" y="48213"/>
                </a:lnTo>
                <a:lnTo>
                  <a:pt x="4374306" y="49801"/>
                </a:lnTo>
                <a:lnTo>
                  <a:pt x="4366729" y="49549"/>
                </a:lnTo>
                <a:lnTo>
                  <a:pt x="4307343" y="46227"/>
                </a:lnTo>
                <a:lnTo>
                  <a:pt x="4258238" y="40235"/>
                </a:lnTo>
                <a:lnTo>
                  <a:pt x="4203476" y="37561"/>
                </a:lnTo>
                <a:lnTo>
                  <a:pt x="4147082" y="36836"/>
                </a:lnTo>
                <a:lnTo>
                  <a:pt x="4093081" y="36687"/>
                </a:lnTo>
                <a:lnTo>
                  <a:pt x="4043426" y="36798"/>
                </a:lnTo>
                <a:lnTo>
                  <a:pt x="3995677" y="37882"/>
                </a:lnTo>
                <a:lnTo>
                  <a:pt x="3947269" y="40120"/>
                </a:lnTo>
                <a:lnTo>
                  <a:pt x="3895638" y="43689"/>
                </a:lnTo>
                <a:lnTo>
                  <a:pt x="3775213" y="58364"/>
                </a:lnTo>
                <a:lnTo>
                  <a:pt x="3750880" y="59594"/>
                </a:lnTo>
                <a:lnTo>
                  <a:pt x="3703880" y="57386"/>
                </a:lnTo>
                <a:lnTo>
                  <a:pt x="3681948" y="58375"/>
                </a:lnTo>
                <a:lnTo>
                  <a:pt x="3673820" y="68031"/>
                </a:lnTo>
                <a:lnTo>
                  <a:pt x="3659008" y="79230"/>
                </a:lnTo>
                <a:lnTo>
                  <a:pt x="3641710" y="87126"/>
                </a:lnTo>
                <a:lnTo>
                  <a:pt x="3626123" y="86873"/>
                </a:lnTo>
                <a:lnTo>
                  <a:pt x="3602452" y="89225"/>
                </a:lnTo>
                <a:lnTo>
                  <a:pt x="3580120" y="92230"/>
                </a:lnTo>
                <a:lnTo>
                  <a:pt x="3557902" y="94272"/>
                </a:lnTo>
                <a:lnTo>
                  <a:pt x="3534572" y="93733"/>
                </a:lnTo>
                <a:lnTo>
                  <a:pt x="3532979" y="95030"/>
                </a:lnTo>
                <a:lnTo>
                  <a:pt x="3510363" y="100098"/>
                </a:lnTo>
                <a:lnTo>
                  <a:pt x="3508105" y="100488"/>
                </a:lnTo>
                <a:lnTo>
                  <a:pt x="3506452" y="101660"/>
                </a:lnTo>
                <a:lnTo>
                  <a:pt x="3483099" y="105811"/>
                </a:lnTo>
                <a:lnTo>
                  <a:pt x="3475991" y="106682"/>
                </a:lnTo>
                <a:lnTo>
                  <a:pt x="3454717" y="108652"/>
                </a:lnTo>
                <a:lnTo>
                  <a:pt x="3455931" y="103244"/>
                </a:lnTo>
                <a:lnTo>
                  <a:pt x="3451376" y="107017"/>
                </a:lnTo>
                <a:lnTo>
                  <a:pt x="3441966" y="108564"/>
                </a:lnTo>
                <a:lnTo>
                  <a:pt x="3437888" y="104996"/>
                </a:lnTo>
                <a:lnTo>
                  <a:pt x="3428546" y="104731"/>
                </a:lnTo>
                <a:lnTo>
                  <a:pt x="3417798" y="105307"/>
                </a:lnTo>
                <a:lnTo>
                  <a:pt x="3409502" y="104260"/>
                </a:lnTo>
                <a:lnTo>
                  <a:pt x="3383807" y="121793"/>
                </a:lnTo>
                <a:lnTo>
                  <a:pt x="3354221" y="118762"/>
                </a:lnTo>
                <a:lnTo>
                  <a:pt x="3339151" y="119674"/>
                </a:lnTo>
                <a:lnTo>
                  <a:pt x="3329332" y="118893"/>
                </a:lnTo>
                <a:lnTo>
                  <a:pt x="3320453" y="115570"/>
                </a:lnTo>
                <a:lnTo>
                  <a:pt x="3308670" y="119803"/>
                </a:lnTo>
                <a:lnTo>
                  <a:pt x="3309004" y="111622"/>
                </a:lnTo>
                <a:lnTo>
                  <a:pt x="3295820" y="110908"/>
                </a:lnTo>
                <a:lnTo>
                  <a:pt x="3289180" y="114549"/>
                </a:lnTo>
                <a:lnTo>
                  <a:pt x="3280898" y="113425"/>
                </a:lnTo>
                <a:lnTo>
                  <a:pt x="3267063" y="115309"/>
                </a:lnTo>
                <a:lnTo>
                  <a:pt x="3252465" y="116315"/>
                </a:lnTo>
                <a:lnTo>
                  <a:pt x="3237099" y="117043"/>
                </a:lnTo>
                <a:lnTo>
                  <a:pt x="3220962" y="118097"/>
                </a:lnTo>
                <a:lnTo>
                  <a:pt x="3206281" y="120862"/>
                </a:lnTo>
                <a:lnTo>
                  <a:pt x="3191791" y="121395"/>
                </a:lnTo>
                <a:lnTo>
                  <a:pt x="3176655" y="121216"/>
                </a:lnTo>
                <a:lnTo>
                  <a:pt x="3160035" y="121841"/>
                </a:lnTo>
                <a:lnTo>
                  <a:pt x="3150423" y="124654"/>
                </a:lnTo>
                <a:lnTo>
                  <a:pt x="3142399" y="123279"/>
                </a:lnTo>
                <a:lnTo>
                  <a:pt x="3134511" y="120325"/>
                </a:lnTo>
                <a:lnTo>
                  <a:pt x="3125308" y="118403"/>
                </a:lnTo>
                <a:lnTo>
                  <a:pt x="3121811" y="118604"/>
                </a:lnTo>
                <a:lnTo>
                  <a:pt x="3113952" y="120416"/>
                </a:lnTo>
                <a:lnTo>
                  <a:pt x="3109329" y="121840"/>
                </a:lnTo>
                <a:lnTo>
                  <a:pt x="3106766" y="122163"/>
                </a:lnTo>
                <a:lnTo>
                  <a:pt x="3095884" y="124778"/>
                </a:lnTo>
                <a:lnTo>
                  <a:pt x="3083820" y="128455"/>
                </a:lnTo>
                <a:lnTo>
                  <a:pt x="3074733" y="128229"/>
                </a:lnTo>
                <a:lnTo>
                  <a:pt x="3064516" y="129738"/>
                </a:lnTo>
                <a:lnTo>
                  <a:pt x="3055018" y="130336"/>
                </a:lnTo>
                <a:lnTo>
                  <a:pt x="3048088" y="127377"/>
                </a:lnTo>
                <a:lnTo>
                  <a:pt x="3039985" y="129670"/>
                </a:lnTo>
                <a:lnTo>
                  <a:pt x="3038500" y="133601"/>
                </a:lnTo>
                <a:lnTo>
                  <a:pt x="3035345" y="128447"/>
                </a:lnTo>
                <a:lnTo>
                  <a:pt x="3032503" y="129069"/>
                </a:lnTo>
                <a:lnTo>
                  <a:pt x="3030175" y="129027"/>
                </a:lnTo>
                <a:lnTo>
                  <a:pt x="3027306" y="128449"/>
                </a:lnTo>
                <a:lnTo>
                  <a:pt x="3009430" y="133663"/>
                </a:lnTo>
                <a:lnTo>
                  <a:pt x="3006341" y="133823"/>
                </a:lnTo>
                <a:lnTo>
                  <a:pt x="2995603" y="137903"/>
                </a:lnTo>
                <a:lnTo>
                  <a:pt x="2989569" y="139648"/>
                </a:lnTo>
                <a:lnTo>
                  <a:pt x="2988872" y="140891"/>
                </a:lnTo>
                <a:lnTo>
                  <a:pt x="2987556" y="141816"/>
                </a:lnTo>
                <a:lnTo>
                  <a:pt x="2984954" y="142606"/>
                </a:lnTo>
                <a:lnTo>
                  <a:pt x="2977989" y="143054"/>
                </a:lnTo>
                <a:lnTo>
                  <a:pt x="2971633" y="145916"/>
                </a:lnTo>
                <a:lnTo>
                  <a:pt x="2969835" y="147020"/>
                </a:lnTo>
                <a:lnTo>
                  <a:pt x="2968551" y="148231"/>
                </a:lnTo>
                <a:lnTo>
                  <a:pt x="2968015" y="149585"/>
                </a:lnTo>
                <a:lnTo>
                  <a:pt x="2944394" y="151192"/>
                </a:lnTo>
                <a:lnTo>
                  <a:pt x="2923960" y="155106"/>
                </a:lnTo>
                <a:lnTo>
                  <a:pt x="2904191" y="159929"/>
                </a:lnTo>
                <a:lnTo>
                  <a:pt x="2882564" y="164264"/>
                </a:lnTo>
                <a:lnTo>
                  <a:pt x="2862743" y="164202"/>
                </a:lnTo>
                <a:lnTo>
                  <a:pt x="2842840" y="170415"/>
                </a:lnTo>
                <a:lnTo>
                  <a:pt x="2828073" y="179485"/>
                </a:lnTo>
                <a:lnTo>
                  <a:pt x="2823655" y="187993"/>
                </a:lnTo>
                <a:lnTo>
                  <a:pt x="2810149" y="187497"/>
                </a:lnTo>
                <a:lnTo>
                  <a:pt x="2780003" y="199881"/>
                </a:lnTo>
                <a:lnTo>
                  <a:pt x="2776895" y="195674"/>
                </a:lnTo>
                <a:lnTo>
                  <a:pt x="2769184" y="196975"/>
                </a:lnTo>
                <a:lnTo>
                  <a:pt x="2761316" y="196803"/>
                </a:lnTo>
                <a:lnTo>
                  <a:pt x="2755509" y="195340"/>
                </a:lnTo>
                <a:lnTo>
                  <a:pt x="2753979" y="192767"/>
                </a:lnTo>
                <a:lnTo>
                  <a:pt x="2731820" y="200466"/>
                </a:lnTo>
                <a:lnTo>
                  <a:pt x="2702854" y="206064"/>
                </a:lnTo>
                <a:lnTo>
                  <a:pt x="2672249" y="211157"/>
                </a:lnTo>
                <a:lnTo>
                  <a:pt x="2645178" y="217338"/>
                </a:lnTo>
                <a:lnTo>
                  <a:pt x="2630848" y="215685"/>
                </a:lnTo>
                <a:lnTo>
                  <a:pt x="2628466" y="215978"/>
                </a:lnTo>
                <a:lnTo>
                  <a:pt x="2626953" y="216999"/>
                </a:lnTo>
                <a:lnTo>
                  <a:pt x="2614932" y="220719"/>
                </a:lnTo>
                <a:lnTo>
                  <a:pt x="2540820" y="219652"/>
                </a:lnTo>
                <a:lnTo>
                  <a:pt x="2483016" y="220000"/>
                </a:lnTo>
                <a:lnTo>
                  <a:pt x="2450585" y="222217"/>
                </a:lnTo>
                <a:lnTo>
                  <a:pt x="2411194" y="228567"/>
                </a:lnTo>
                <a:lnTo>
                  <a:pt x="2370129" y="237352"/>
                </a:lnTo>
                <a:lnTo>
                  <a:pt x="2321361" y="248735"/>
                </a:lnTo>
                <a:lnTo>
                  <a:pt x="2270869" y="262121"/>
                </a:lnTo>
                <a:lnTo>
                  <a:pt x="2224634" y="276916"/>
                </a:lnTo>
                <a:lnTo>
                  <a:pt x="2188636" y="292524"/>
                </a:lnTo>
                <a:lnTo>
                  <a:pt x="2170379" y="299477"/>
                </a:lnTo>
                <a:lnTo>
                  <a:pt x="2104104" y="314865"/>
                </a:lnTo>
                <a:lnTo>
                  <a:pt x="2085848" y="321819"/>
                </a:lnTo>
                <a:lnTo>
                  <a:pt x="2080121" y="320812"/>
                </a:lnTo>
                <a:lnTo>
                  <a:pt x="2061528" y="322812"/>
                </a:lnTo>
                <a:lnTo>
                  <a:pt x="2058115" y="321185"/>
                </a:lnTo>
                <a:lnTo>
                  <a:pt x="2050384" y="321412"/>
                </a:lnTo>
                <a:lnTo>
                  <a:pt x="2041499" y="324756"/>
                </a:lnTo>
                <a:lnTo>
                  <a:pt x="2034143" y="325205"/>
                </a:lnTo>
                <a:lnTo>
                  <a:pt x="2030989" y="326257"/>
                </a:lnTo>
                <a:lnTo>
                  <a:pt x="2037459" y="328578"/>
                </a:lnTo>
                <a:lnTo>
                  <a:pt x="2034418" y="330256"/>
                </a:lnTo>
                <a:lnTo>
                  <a:pt x="2027236" y="332613"/>
                </a:lnTo>
                <a:lnTo>
                  <a:pt x="2023718" y="334886"/>
                </a:lnTo>
                <a:lnTo>
                  <a:pt x="2018665" y="335585"/>
                </a:lnTo>
                <a:lnTo>
                  <a:pt x="2006879" y="333220"/>
                </a:lnTo>
                <a:lnTo>
                  <a:pt x="1998495" y="335610"/>
                </a:lnTo>
                <a:lnTo>
                  <a:pt x="1989757" y="336258"/>
                </a:lnTo>
                <a:lnTo>
                  <a:pt x="1978977" y="336399"/>
                </a:lnTo>
                <a:lnTo>
                  <a:pt x="1964465" y="337265"/>
                </a:lnTo>
                <a:lnTo>
                  <a:pt x="1958977" y="339089"/>
                </a:lnTo>
                <a:lnTo>
                  <a:pt x="1949900" y="336230"/>
                </a:lnTo>
                <a:lnTo>
                  <a:pt x="1945074" y="335193"/>
                </a:lnTo>
                <a:lnTo>
                  <a:pt x="1939635" y="334799"/>
                </a:lnTo>
                <a:lnTo>
                  <a:pt x="1933041" y="335931"/>
                </a:lnTo>
                <a:lnTo>
                  <a:pt x="1915720" y="340810"/>
                </a:lnTo>
                <a:lnTo>
                  <a:pt x="1908553" y="339401"/>
                </a:lnTo>
                <a:lnTo>
                  <a:pt x="1896050" y="337804"/>
                </a:lnTo>
                <a:lnTo>
                  <a:pt x="1862720" y="342122"/>
                </a:lnTo>
                <a:lnTo>
                  <a:pt x="1860069" y="343846"/>
                </a:lnTo>
                <a:lnTo>
                  <a:pt x="1850664" y="343856"/>
                </a:lnTo>
                <a:lnTo>
                  <a:pt x="1849932" y="342134"/>
                </a:lnTo>
                <a:lnTo>
                  <a:pt x="1846134" y="343256"/>
                </a:lnTo>
                <a:lnTo>
                  <a:pt x="1838928" y="347812"/>
                </a:lnTo>
                <a:lnTo>
                  <a:pt x="1835382" y="345400"/>
                </a:lnTo>
                <a:lnTo>
                  <a:pt x="1819367" y="347855"/>
                </a:lnTo>
                <a:lnTo>
                  <a:pt x="1804239" y="350937"/>
                </a:lnTo>
                <a:lnTo>
                  <a:pt x="1784888" y="356611"/>
                </a:lnTo>
                <a:lnTo>
                  <a:pt x="1778708" y="355124"/>
                </a:lnTo>
                <a:lnTo>
                  <a:pt x="1774711" y="354491"/>
                </a:lnTo>
                <a:lnTo>
                  <a:pt x="1770386" y="354349"/>
                </a:lnTo>
                <a:lnTo>
                  <a:pt x="1765523" y="355366"/>
                </a:lnTo>
                <a:lnTo>
                  <a:pt x="1753202" y="359443"/>
                </a:lnTo>
                <a:lnTo>
                  <a:pt x="1747295" y="358599"/>
                </a:lnTo>
                <a:lnTo>
                  <a:pt x="1737193" y="357764"/>
                </a:lnTo>
                <a:lnTo>
                  <a:pt x="1712287" y="361865"/>
                </a:lnTo>
                <a:lnTo>
                  <a:pt x="1704682" y="361387"/>
                </a:lnTo>
                <a:lnTo>
                  <a:pt x="1699156" y="358795"/>
                </a:lnTo>
                <a:lnTo>
                  <a:pt x="1693995" y="355976"/>
                </a:lnTo>
                <a:lnTo>
                  <a:pt x="1687485" y="354817"/>
                </a:lnTo>
                <a:lnTo>
                  <a:pt x="1676345" y="356752"/>
                </a:lnTo>
                <a:lnTo>
                  <a:pt x="1666929" y="358743"/>
                </a:lnTo>
                <a:lnTo>
                  <a:pt x="1658482" y="361136"/>
                </a:lnTo>
                <a:lnTo>
                  <a:pt x="1650251" y="364276"/>
                </a:lnTo>
                <a:lnTo>
                  <a:pt x="1639728" y="367248"/>
                </a:lnTo>
                <a:lnTo>
                  <a:pt x="1633765" y="372735"/>
                </a:lnTo>
                <a:lnTo>
                  <a:pt x="1631078" y="378379"/>
                </a:lnTo>
                <a:lnTo>
                  <a:pt x="1629952" y="383154"/>
                </a:lnTo>
                <a:lnTo>
                  <a:pt x="1624484" y="382300"/>
                </a:lnTo>
                <a:lnTo>
                  <a:pt x="1618914" y="382143"/>
                </a:lnTo>
                <a:lnTo>
                  <a:pt x="1614285" y="383445"/>
                </a:lnTo>
                <a:lnTo>
                  <a:pt x="1610139" y="385434"/>
                </a:lnTo>
                <a:lnTo>
                  <a:pt x="1595321" y="389584"/>
                </a:lnTo>
                <a:lnTo>
                  <a:pt x="1590322" y="390482"/>
                </a:lnTo>
                <a:lnTo>
                  <a:pt x="1578206" y="392180"/>
                </a:lnTo>
                <a:lnTo>
                  <a:pt x="1570109" y="392808"/>
                </a:lnTo>
                <a:lnTo>
                  <a:pt x="1567269" y="396357"/>
                </a:lnTo>
                <a:lnTo>
                  <a:pt x="1559575" y="397363"/>
                </a:lnTo>
                <a:lnTo>
                  <a:pt x="1550594" y="397605"/>
                </a:lnTo>
                <a:lnTo>
                  <a:pt x="1543892" y="398860"/>
                </a:lnTo>
                <a:lnTo>
                  <a:pt x="1521043" y="405432"/>
                </a:lnTo>
                <a:lnTo>
                  <a:pt x="1508746" y="408688"/>
                </a:lnTo>
                <a:lnTo>
                  <a:pt x="1498362" y="410455"/>
                </a:lnTo>
                <a:lnTo>
                  <a:pt x="1494355" y="407467"/>
                </a:lnTo>
                <a:lnTo>
                  <a:pt x="1490027" y="404718"/>
                </a:lnTo>
                <a:lnTo>
                  <a:pt x="1483644" y="403251"/>
                </a:lnTo>
                <a:lnTo>
                  <a:pt x="1473470" y="404110"/>
                </a:lnTo>
                <a:lnTo>
                  <a:pt x="1467052" y="405997"/>
                </a:lnTo>
                <a:lnTo>
                  <a:pt x="1460503" y="409449"/>
                </a:lnTo>
                <a:lnTo>
                  <a:pt x="1454210" y="413150"/>
                </a:lnTo>
                <a:lnTo>
                  <a:pt x="1448559" y="415782"/>
                </a:lnTo>
                <a:lnTo>
                  <a:pt x="1424440" y="418266"/>
                </a:lnTo>
                <a:lnTo>
                  <a:pt x="1426192" y="420744"/>
                </a:lnTo>
                <a:lnTo>
                  <a:pt x="1409166" y="427608"/>
                </a:lnTo>
                <a:lnTo>
                  <a:pt x="1387971" y="435199"/>
                </a:lnTo>
                <a:lnTo>
                  <a:pt x="1381958" y="438680"/>
                </a:lnTo>
                <a:lnTo>
                  <a:pt x="1358603" y="440194"/>
                </a:lnTo>
                <a:lnTo>
                  <a:pt x="1356368" y="443503"/>
                </a:lnTo>
                <a:lnTo>
                  <a:pt x="1344177" y="443450"/>
                </a:lnTo>
                <a:lnTo>
                  <a:pt x="1331869" y="446482"/>
                </a:lnTo>
                <a:lnTo>
                  <a:pt x="1318822" y="450551"/>
                </a:lnTo>
                <a:lnTo>
                  <a:pt x="1304415" y="453609"/>
                </a:lnTo>
                <a:lnTo>
                  <a:pt x="1303440" y="457410"/>
                </a:lnTo>
                <a:lnTo>
                  <a:pt x="1298652" y="457872"/>
                </a:lnTo>
                <a:lnTo>
                  <a:pt x="1289072" y="457185"/>
                </a:lnTo>
                <a:lnTo>
                  <a:pt x="1241197" y="468579"/>
                </a:lnTo>
                <a:lnTo>
                  <a:pt x="1198802" y="485728"/>
                </a:lnTo>
                <a:lnTo>
                  <a:pt x="1164731" y="498886"/>
                </a:lnTo>
                <a:lnTo>
                  <a:pt x="1123080" y="498030"/>
                </a:lnTo>
                <a:lnTo>
                  <a:pt x="1094388" y="496341"/>
                </a:lnTo>
                <a:lnTo>
                  <a:pt x="1062006" y="495739"/>
                </a:lnTo>
                <a:lnTo>
                  <a:pt x="1032189" y="498725"/>
                </a:lnTo>
                <a:lnTo>
                  <a:pt x="1013330" y="504530"/>
                </a:lnTo>
                <a:lnTo>
                  <a:pt x="980242" y="507926"/>
                </a:lnTo>
                <a:lnTo>
                  <a:pt x="945688" y="510004"/>
                </a:lnTo>
                <a:lnTo>
                  <a:pt x="922434" y="511856"/>
                </a:lnTo>
                <a:lnTo>
                  <a:pt x="917285" y="515046"/>
                </a:lnTo>
                <a:lnTo>
                  <a:pt x="906705" y="517174"/>
                </a:lnTo>
                <a:lnTo>
                  <a:pt x="897564" y="519638"/>
                </a:lnTo>
                <a:lnTo>
                  <a:pt x="896731" y="523839"/>
                </a:lnTo>
                <a:lnTo>
                  <a:pt x="895000" y="527499"/>
                </a:lnTo>
                <a:lnTo>
                  <a:pt x="886006" y="528484"/>
                </a:lnTo>
                <a:lnTo>
                  <a:pt x="880012" y="526053"/>
                </a:lnTo>
                <a:lnTo>
                  <a:pt x="867146" y="529541"/>
                </a:lnTo>
                <a:lnTo>
                  <a:pt x="860512" y="530257"/>
                </a:lnTo>
                <a:lnTo>
                  <a:pt x="851804" y="528932"/>
                </a:lnTo>
                <a:lnTo>
                  <a:pt x="842030" y="532266"/>
                </a:lnTo>
                <a:lnTo>
                  <a:pt x="833267" y="536791"/>
                </a:lnTo>
                <a:lnTo>
                  <a:pt x="824109" y="539722"/>
                </a:lnTo>
                <a:lnTo>
                  <a:pt x="813155" y="538271"/>
                </a:lnTo>
                <a:lnTo>
                  <a:pt x="801719" y="542542"/>
                </a:lnTo>
                <a:lnTo>
                  <a:pt x="779717" y="539725"/>
                </a:lnTo>
                <a:lnTo>
                  <a:pt x="753399" y="535479"/>
                </a:lnTo>
                <a:lnTo>
                  <a:pt x="729013" y="535462"/>
                </a:lnTo>
                <a:lnTo>
                  <a:pt x="691707" y="546928"/>
                </a:lnTo>
                <a:lnTo>
                  <a:pt x="653092" y="557041"/>
                </a:lnTo>
                <a:lnTo>
                  <a:pt x="620230" y="568477"/>
                </a:lnTo>
                <a:lnTo>
                  <a:pt x="600184" y="583911"/>
                </a:lnTo>
                <a:lnTo>
                  <a:pt x="561758" y="585510"/>
                </a:lnTo>
                <a:lnTo>
                  <a:pt x="528096" y="589985"/>
                </a:lnTo>
                <a:lnTo>
                  <a:pt x="497245" y="595567"/>
                </a:lnTo>
                <a:lnTo>
                  <a:pt x="467255" y="600489"/>
                </a:lnTo>
                <a:lnTo>
                  <a:pt x="454679" y="602218"/>
                </a:lnTo>
                <a:lnTo>
                  <a:pt x="442882" y="602195"/>
                </a:lnTo>
                <a:lnTo>
                  <a:pt x="431991" y="602906"/>
                </a:lnTo>
                <a:lnTo>
                  <a:pt x="422136" y="606842"/>
                </a:lnTo>
                <a:lnTo>
                  <a:pt x="385954" y="604700"/>
                </a:lnTo>
                <a:lnTo>
                  <a:pt x="339601" y="598662"/>
                </a:lnTo>
                <a:lnTo>
                  <a:pt x="292092" y="592985"/>
                </a:lnTo>
                <a:lnTo>
                  <a:pt x="252445" y="591925"/>
                </a:lnTo>
                <a:lnTo>
                  <a:pt x="236235" y="599203"/>
                </a:lnTo>
                <a:lnTo>
                  <a:pt x="216229" y="604943"/>
                </a:lnTo>
                <a:lnTo>
                  <a:pt x="196632" y="611208"/>
                </a:lnTo>
                <a:lnTo>
                  <a:pt x="181651" y="620060"/>
                </a:lnTo>
                <a:lnTo>
                  <a:pt x="172758" y="617928"/>
                </a:lnTo>
                <a:lnTo>
                  <a:pt x="160706" y="615953"/>
                </a:lnTo>
                <a:lnTo>
                  <a:pt x="148509" y="614782"/>
                </a:lnTo>
                <a:lnTo>
                  <a:pt x="139181" y="615063"/>
                </a:lnTo>
                <a:lnTo>
                  <a:pt x="128151" y="613224"/>
                </a:lnTo>
                <a:lnTo>
                  <a:pt x="113416" y="614081"/>
                </a:lnTo>
                <a:lnTo>
                  <a:pt x="98663" y="615449"/>
                </a:lnTo>
                <a:lnTo>
                  <a:pt x="87575" y="615143"/>
                </a:lnTo>
                <a:lnTo>
                  <a:pt x="32114" y="635650"/>
                </a:lnTo>
                <a:lnTo>
                  <a:pt x="6127" y="645653"/>
                </a:lnTo>
                <a:lnTo>
                  <a:pt x="0" y="648585"/>
                </a:lnTo>
                <a:lnTo>
                  <a:pt x="6810375" y="648585"/>
                </a:lnTo>
                <a:lnTo>
                  <a:pt x="6810375" y="18881"/>
                </a:lnTo>
                <a:lnTo>
                  <a:pt x="6752843" y="13374"/>
                </a:lnTo>
                <a:lnTo>
                  <a:pt x="6737750" y="12308"/>
                </a:lnTo>
                <a:lnTo>
                  <a:pt x="6719752" y="11712"/>
                </a:lnTo>
                <a:lnTo>
                  <a:pt x="6703874" y="10420"/>
                </a:lnTo>
                <a:lnTo>
                  <a:pt x="6688190" y="9889"/>
                </a:lnTo>
                <a:lnTo>
                  <a:pt x="6670776" y="11574"/>
                </a:lnTo>
                <a:lnTo>
                  <a:pt x="6652995" y="11443"/>
                </a:lnTo>
                <a:lnTo>
                  <a:pt x="6636252" y="11043"/>
                </a:lnTo>
                <a:lnTo>
                  <a:pt x="6620130" y="10975"/>
                </a:lnTo>
                <a:lnTo>
                  <a:pt x="6604213" y="11843"/>
                </a:lnTo>
                <a:lnTo>
                  <a:pt x="6596226" y="10111"/>
                </a:lnTo>
                <a:lnTo>
                  <a:pt x="6588439" y="9488"/>
                </a:lnTo>
                <a:lnTo>
                  <a:pt x="6579990" y="12422"/>
                </a:lnTo>
                <a:lnTo>
                  <a:pt x="6565895" y="11545"/>
                </a:lnTo>
                <a:lnTo>
                  <a:pt x="6555904" y="10406"/>
                </a:lnTo>
                <a:lnTo>
                  <a:pt x="6547297" y="10001"/>
                </a:lnTo>
                <a:lnTo>
                  <a:pt x="6537355" y="11328"/>
                </a:lnTo>
                <a:lnTo>
                  <a:pt x="6528829" y="7639"/>
                </a:lnTo>
                <a:lnTo>
                  <a:pt x="6523544" y="7719"/>
                </a:lnTo>
                <a:lnTo>
                  <a:pt x="6518163" y="9509"/>
                </a:lnTo>
                <a:lnTo>
                  <a:pt x="6509353" y="10946"/>
                </a:lnTo>
                <a:lnTo>
                  <a:pt x="6504974" y="12215"/>
                </a:lnTo>
                <a:lnTo>
                  <a:pt x="6506744" y="13827"/>
                </a:lnTo>
                <a:lnTo>
                  <a:pt x="6508679" y="15233"/>
                </a:lnTo>
                <a:lnTo>
                  <a:pt x="6504793" y="15880"/>
                </a:lnTo>
                <a:lnTo>
                  <a:pt x="6492394" y="13969"/>
                </a:lnTo>
                <a:lnTo>
                  <a:pt x="6462876" y="4785"/>
                </a:lnTo>
                <a:lnTo>
                  <a:pt x="6449151" y="2382"/>
                </a:lnTo>
                <a:lnTo>
                  <a:pt x="6441738" y="3228"/>
                </a:lnTo>
                <a:lnTo>
                  <a:pt x="6432977" y="2920"/>
                </a:lnTo>
                <a:lnTo>
                  <a:pt x="6424735" y="1747"/>
                </a:lnTo>
                <a:lnTo>
                  <a:pt x="6418884" y="0"/>
                </a:lnTo>
                <a:close/>
              </a:path>
            </a:pathLst>
          </a:custGeom>
          <a:solidFill>
            <a:srgbClr val="82766A">
              <a:alpha val="1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2026-01-30T16:49:55Z</dcterms:created>
  <dcterms:modified xsi:type="dcterms:W3CDTF">2026-01-30T16:49:55Z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2024-03-25T00:00:00Z</vt:filetime>
  </property>
  <property fmtid="{D5CDD505-2E9C-101B-9397-08002B2CF9AE}" pid="3" name="LastSaved">
    <vt:filetime>2026-01-30T00:00:00Z</vt:filetime>
  </property>
  <property fmtid="{D5CDD505-2E9C-101B-9397-08002B2CF9AE}" pid="4" name="Producer">
    <vt:lpwstr>macOS Version 13.4 (Build 22F66) Quartz PDFContext</vt:lpwstr>
  </property>
</Properties>
</file>